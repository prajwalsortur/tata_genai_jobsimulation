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C59"/>
    <a:srgbClr val="213960"/>
    <a:srgbClr val="8F8786"/>
    <a:srgbClr val="F989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C335B0-B083-420D-BF48-B6E087A6593F}" type="doc">
      <dgm:prSet loTypeId="urn:microsoft.com/office/officeart/2005/8/layout/process2" loCatId="process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AA26A7D2-095D-407E-B701-CFEB416503B7}">
      <dgm:prSet phldrT="[Text]" phldr="0"/>
      <dgm:spPr/>
      <dgm:t>
        <a:bodyPr/>
        <a:lstStyle/>
        <a:p>
          <a:pPr rtl="0"/>
          <a:r>
            <a:rPr lang="en-US" dirty="0">
              <a:latin typeface="Walbaum Display"/>
            </a:rPr>
            <a:t> Customer Data Input</a:t>
          </a:r>
          <a:endParaRPr lang="en-US" dirty="0"/>
        </a:p>
      </dgm:t>
    </dgm:pt>
    <dgm:pt modelId="{06922BD9-B224-4A6E-9C3B-64273C9061A9}" type="parTrans" cxnId="{1C98693D-D5B9-4E20-804B-D5122EF31CE9}">
      <dgm:prSet/>
      <dgm:spPr/>
    </dgm:pt>
    <dgm:pt modelId="{9F468557-5A05-4810-A8F9-7459DEB90A0C}" type="sibTrans" cxnId="{1C98693D-D5B9-4E20-804B-D5122EF31CE9}">
      <dgm:prSet/>
      <dgm:spPr/>
      <dgm:t>
        <a:bodyPr/>
        <a:lstStyle/>
        <a:p>
          <a:endParaRPr lang="en-US"/>
        </a:p>
      </dgm:t>
    </dgm:pt>
    <dgm:pt modelId="{584DA44E-0226-4EE1-A463-7BB8842E4B20}">
      <dgm:prSet phldrT="[Text]" phldr="0"/>
      <dgm:spPr/>
      <dgm:t>
        <a:bodyPr/>
        <a:lstStyle/>
        <a:p>
          <a:pPr rtl="0"/>
          <a:r>
            <a:rPr lang="en-US" dirty="0">
              <a:latin typeface="Walbaum Display"/>
            </a:rPr>
            <a:t> Risk Prediction Engine </a:t>
          </a:r>
          <a:endParaRPr lang="en-US" dirty="0"/>
        </a:p>
      </dgm:t>
    </dgm:pt>
    <dgm:pt modelId="{DE76B6BA-07C4-4EDB-96DF-B00B668622A4}" type="parTrans" cxnId="{1C0C4702-0A4E-48FF-B53A-9AFB43B93C76}">
      <dgm:prSet/>
      <dgm:spPr/>
    </dgm:pt>
    <dgm:pt modelId="{B56816B5-5084-4B2D-ABA8-6F1C68E2AAA2}" type="sibTrans" cxnId="{1C0C4702-0A4E-48FF-B53A-9AFB43B93C76}">
      <dgm:prSet/>
      <dgm:spPr/>
      <dgm:t>
        <a:bodyPr/>
        <a:lstStyle/>
        <a:p>
          <a:endParaRPr lang="en-US"/>
        </a:p>
      </dgm:t>
    </dgm:pt>
    <dgm:pt modelId="{B13D7AC7-9A47-4AF3-9425-42572A8F8F7F}">
      <dgm:prSet phldrT="[Text]" phldr="0"/>
      <dgm:spPr/>
      <dgm:t>
        <a:bodyPr/>
        <a:lstStyle/>
        <a:p>
          <a:pPr rtl="0"/>
          <a:r>
            <a:rPr lang="en-US" dirty="0">
              <a:latin typeface="Walbaum Display"/>
            </a:rPr>
            <a:t> Personalized Action Model</a:t>
          </a:r>
        </a:p>
      </dgm:t>
    </dgm:pt>
    <dgm:pt modelId="{9E609E34-3ACE-4CED-98AD-F0BAB1AFAD3A}" type="parTrans" cxnId="{CE89A744-53A2-4FF3-8E72-95D14CC54586}">
      <dgm:prSet/>
      <dgm:spPr/>
    </dgm:pt>
    <dgm:pt modelId="{4A54E07F-F866-403E-8D1A-29C3003210C6}" type="sibTrans" cxnId="{CE89A744-53A2-4FF3-8E72-95D14CC54586}">
      <dgm:prSet/>
      <dgm:spPr/>
      <dgm:t>
        <a:bodyPr/>
        <a:lstStyle/>
        <a:p>
          <a:endParaRPr lang="en-US"/>
        </a:p>
      </dgm:t>
    </dgm:pt>
    <dgm:pt modelId="{5566F7CD-583E-443F-9F8E-76D9E402C5F1}">
      <dgm:prSet phldr="0"/>
      <dgm:spPr/>
      <dgm:t>
        <a:bodyPr/>
        <a:lstStyle/>
        <a:p>
          <a:pPr rtl="0"/>
          <a:r>
            <a:rPr lang="en-US" dirty="0">
              <a:latin typeface="Walbaum Display"/>
            </a:rPr>
            <a:t> Outcome Monitoring &amp; Learning Loop</a:t>
          </a:r>
        </a:p>
      </dgm:t>
    </dgm:pt>
    <dgm:pt modelId="{53A92224-6F82-4111-90F1-9DC111C0E59B}" type="parTrans" cxnId="{C4046F51-148C-4473-805B-BAD9925C5BB8}">
      <dgm:prSet/>
      <dgm:spPr/>
    </dgm:pt>
    <dgm:pt modelId="{D805594C-9F87-404D-BDFF-51F15CE38141}" type="sibTrans" cxnId="{C4046F51-148C-4473-805B-BAD9925C5BB8}">
      <dgm:prSet/>
      <dgm:spPr/>
    </dgm:pt>
    <dgm:pt modelId="{D7D16301-3A9E-41E4-AAF5-A17198C4A4A5}" type="pres">
      <dgm:prSet presAssocID="{C0C335B0-B083-420D-BF48-B6E087A6593F}" presName="linearFlow" presStyleCnt="0">
        <dgm:presLayoutVars>
          <dgm:resizeHandles val="exact"/>
        </dgm:presLayoutVars>
      </dgm:prSet>
      <dgm:spPr/>
    </dgm:pt>
    <dgm:pt modelId="{A37ABA2E-6F0C-400C-8DB5-E4862B7B11DC}" type="pres">
      <dgm:prSet presAssocID="{AA26A7D2-095D-407E-B701-CFEB416503B7}" presName="node" presStyleLbl="node1" presStyleIdx="0" presStyleCnt="4">
        <dgm:presLayoutVars>
          <dgm:bulletEnabled val="1"/>
        </dgm:presLayoutVars>
      </dgm:prSet>
      <dgm:spPr/>
    </dgm:pt>
    <dgm:pt modelId="{CD4E5D6F-7901-47AE-B90F-1D8F80AA1281}" type="pres">
      <dgm:prSet presAssocID="{9F468557-5A05-4810-A8F9-7459DEB90A0C}" presName="sibTrans" presStyleLbl="sibTrans2D1" presStyleIdx="0" presStyleCnt="3"/>
      <dgm:spPr/>
    </dgm:pt>
    <dgm:pt modelId="{7140AA5A-EF33-44C7-8DDD-505B411FC0D0}" type="pres">
      <dgm:prSet presAssocID="{9F468557-5A05-4810-A8F9-7459DEB90A0C}" presName="connectorText" presStyleLbl="sibTrans2D1" presStyleIdx="0" presStyleCnt="3"/>
      <dgm:spPr/>
    </dgm:pt>
    <dgm:pt modelId="{CE07F5A3-AEEF-48CF-88D5-AE7449139B9C}" type="pres">
      <dgm:prSet presAssocID="{584DA44E-0226-4EE1-A463-7BB8842E4B20}" presName="node" presStyleLbl="node1" presStyleIdx="1" presStyleCnt="4">
        <dgm:presLayoutVars>
          <dgm:bulletEnabled val="1"/>
        </dgm:presLayoutVars>
      </dgm:prSet>
      <dgm:spPr/>
    </dgm:pt>
    <dgm:pt modelId="{C9355EB8-4292-49BC-A2F9-3755454EC7FC}" type="pres">
      <dgm:prSet presAssocID="{B56816B5-5084-4B2D-ABA8-6F1C68E2AAA2}" presName="sibTrans" presStyleLbl="sibTrans2D1" presStyleIdx="1" presStyleCnt="3"/>
      <dgm:spPr/>
    </dgm:pt>
    <dgm:pt modelId="{FE66AA97-CE3F-421F-AE3A-896302520090}" type="pres">
      <dgm:prSet presAssocID="{B56816B5-5084-4B2D-ABA8-6F1C68E2AAA2}" presName="connectorText" presStyleLbl="sibTrans2D1" presStyleIdx="1" presStyleCnt="3"/>
      <dgm:spPr/>
    </dgm:pt>
    <dgm:pt modelId="{77E6C306-D635-4210-B2B7-6BDCC1C38D7F}" type="pres">
      <dgm:prSet presAssocID="{B13D7AC7-9A47-4AF3-9425-42572A8F8F7F}" presName="node" presStyleLbl="node1" presStyleIdx="2" presStyleCnt="4">
        <dgm:presLayoutVars>
          <dgm:bulletEnabled val="1"/>
        </dgm:presLayoutVars>
      </dgm:prSet>
      <dgm:spPr/>
    </dgm:pt>
    <dgm:pt modelId="{0B063E7B-2AD5-4B7E-B9C2-6C72E7143921}" type="pres">
      <dgm:prSet presAssocID="{4A54E07F-F866-403E-8D1A-29C3003210C6}" presName="sibTrans" presStyleLbl="sibTrans2D1" presStyleIdx="2" presStyleCnt="3"/>
      <dgm:spPr/>
    </dgm:pt>
    <dgm:pt modelId="{A14E90D4-9C30-4F53-87E1-AEDEFE3DBACA}" type="pres">
      <dgm:prSet presAssocID="{4A54E07F-F866-403E-8D1A-29C3003210C6}" presName="connectorText" presStyleLbl="sibTrans2D1" presStyleIdx="2" presStyleCnt="3"/>
      <dgm:spPr/>
    </dgm:pt>
    <dgm:pt modelId="{04966795-8348-4B1A-984D-F5D8C30901A3}" type="pres">
      <dgm:prSet presAssocID="{5566F7CD-583E-443F-9F8E-76D9E402C5F1}" presName="node" presStyleLbl="node1" presStyleIdx="3" presStyleCnt="4">
        <dgm:presLayoutVars>
          <dgm:bulletEnabled val="1"/>
        </dgm:presLayoutVars>
      </dgm:prSet>
      <dgm:spPr/>
    </dgm:pt>
  </dgm:ptLst>
  <dgm:cxnLst>
    <dgm:cxn modelId="{1C0C4702-0A4E-48FF-B53A-9AFB43B93C76}" srcId="{C0C335B0-B083-420D-BF48-B6E087A6593F}" destId="{584DA44E-0226-4EE1-A463-7BB8842E4B20}" srcOrd="1" destOrd="0" parTransId="{DE76B6BA-07C4-4EDB-96DF-B00B668622A4}" sibTransId="{B56816B5-5084-4B2D-ABA8-6F1C68E2AAA2}"/>
    <dgm:cxn modelId="{9F43500E-A36A-42B3-925E-86211C6C41F3}" type="presOf" srcId="{9F468557-5A05-4810-A8F9-7459DEB90A0C}" destId="{CD4E5D6F-7901-47AE-B90F-1D8F80AA1281}" srcOrd="0" destOrd="0" presId="urn:microsoft.com/office/officeart/2005/8/layout/process2"/>
    <dgm:cxn modelId="{D6025628-E335-4CD6-8260-ABB5A07A8FDA}" type="presOf" srcId="{584DA44E-0226-4EE1-A463-7BB8842E4B20}" destId="{CE07F5A3-AEEF-48CF-88D5-AE7449139B9C}" srcOrd="0" destOrd="0" presId="urn:microsoft.com/office/officeart/2005/8/layout/process2"/>
    <dgm:cxn modelId="{7A7C6436-FEE3-4A3A-899F-0EFD4626E9E3}" type="presOf" srcId="{B56816B5-5084-4B2D-ABA8-6F1C68E2AAA2}" destId="{FE66AA97-CE3F-421F-AE3A-896302520090}" srcOrd="1" destOrd="0" presId="urn:microsoft.com/office/officeart/2005/8/layout/process2"/>
    <dgm:cxn modelId="{1C98693D-D5B9-4E20-804B-D5122EF31CE9}" srcId="{C0C335B0-B083-420D-BF48-B6E087A6593F}" destId="{AA26A7D2-095D-407E-B701-CFEB416503B7}" srcOrd="0" destOrd="0" parTransId="{06922BD9-B224-4A6E-9C3B-64273C9061A9}" sibTransId="{9F468557-5A05-4810-A8F9-7459DEB90A0C}"/>
    <dgm:cxn modelId="{CE89A744-53A2-4FF3-8E72-95D14CC54586}" srcId="{C0C335B0-B083-420D-BF48-B6E087A6593F}" destId="{B13D7AC7-9A47-4AF3-9425-42572A8F8F7F}" srcOrd="2" destOrd="0" parTransId="{9E609E34-3ACE-4CED-98AD-F0BAB1AFAD3A}" sibTransId="{4A54E07F-F866-403E-8D1A-29C3003210C6}"/>
    <dgm:cxn modelId="{51B7F649-97DC-4A7B-A3C3-0E9D38FF60F0}" type="presOf" srcId="{5566F7CD-583E-443F-9F8E-76D9E402C5F1}" destId="{04966795-8348-4B1A-984D-F5D8C30901A3}" srcOrd="0" destOrd="0" presId="urn:microsoft.com/office/officeart/2005/8/layout/process2"/>
    <dgm:cxn modelId="{7F4D504D-FC9A-4782-9725-DE47224ACD0E}" type="presOf" srcId="{AA26A7D2-095D-407E-B701-CFEB416503B7}" destId="{A37ABA2E-6F0C-400C-8DB5-E4862B7B11DC}" srcOrd="0" destOrd="0" presId="urn:microsoft.com/office/officeart/2005/8/layout/process2"/>
    <dgm:cxn modelId="{C4046F51-148C-4473-805B-BAD9925C5BB8}" srcId="{C0C335B0-B083-420D-BF48-B6E087A6593F}" destId="{5566F7CD-583E-443F-9F8E-76D9E402C5F1}" srcOrd="3" destOrd="0" parTransId="{53A92224-6F82-4111-90F1-9DC111C0E59B}" sibTransId="{D805594C-9F87-404D-BDFF-51F15CE38141}"/>
    <dgm:cxn modelId="{64C1BB79-7AD0-4836-9ED8-C95589A785AD}" type="presOf" srcId="{B56816B5-5084-4B2D-ABA8-6F1C68E2AAA2}" destId="{C9355EB8-4292-49BC-A2F9-3755454EC7FC}" srcOrd="0" destOrd="0" presId="urn:microsoft.com/office/officeart/2005/8/layout/process2"/>
    <dgm:cxn modelId="{788C597E-6CDF-42F1-A065-9CDE780B2CA0}" type="presOf" srcId="{4A54E07F-F866-403E-8D1A-29C3003210C6}" destId="{A14E90D4-9C30-4F53-87E1-AEDEFE3DBACA}" srcOrd="1" destOrd="0" presId="urn:microsoft.com/office/officeart/2005/8/layout/process2"/>
    <dgm:cxn modelId="{83F07989-DFB4-4F56-9283-C87F39C4841D}" type="presOf" srcId="{B13D7AC7-9A47-4AF3-9425-42572A8F8F7F}" destId="{77E6C306-D635-4210-B2B7-6BDCC1C38D7F}" srcOrd="0" destOrd="0" presId="urn:microsoft.com/office/officeart/2005/8/layout/process2"/>
    <dgm:cxn modelId="{0E8652B0-951E-4C78-9E83-73A554F775AC}" type="presOf" srcId="{C0C335B0-B083-420D-BF48-B6E087A6593F}" destId="{D7D16301-3A9E-41E4-AAF5-A17198C4A4A5}" srcOrd="0" destOrd="0" presId="urn:microsoft.com/office/officeart/2005/8/layout/process2"/>
    <dgm:cxn modelId="{10C356BB-92FA-452E-BFE1-F84677669242}" type="presOf" srcId="{9F468557-5A05-4810-A8F9-7459DEB90A0C}" destId="{7140AA5A-EF33-44C7-8DDD-505B411FC0D0}" srcOrd="1" destOrd="0" presId="urn:microsoft.com/office/officeart/2005/8/layout/process2"/>
    <dgm:cxn modelId="{F06999FB-6A90-4DF3-BAA7-FFE0ADFEBF77}" type="presOf" srcId="{4A54E07F-F866-403E-8D1A-29C3003210C6}" destId="{0B063E7B-2AD5-4B7E-B9C2-6C72E7143921}" srcOrd="0" destOrd="0" presId="urn:microsoft.com/office/officeart/2005/8/layout/process2"/>
    <dgm:cxn modelId="{8477EAAD-C06A-468F-8D2F-8CAD1F617152}" type="presParOf" srcId="{D7D16301-3A9E-41E4-AAF5-A17198C4A4A5}" destId="{A37ABA2E-6F0C-400C-8DB5-E4862B7B11DC}" srcOrd="0" destOrd="0" presId="urn:microsoft.com/office/officeart/2005/8/layout/process2"/>
    <dgm:cxn modelId="{B2EE0A05-F509-44CD-B0BF-E9860AF1DCD7}" type="presParOf" srcId="{D7D16301-3A9E-41E4-AAF5-A17198C4A4A5}" destId="{CD4E5D6F-7901-47AE-B90F-1D8F80AA1281}" srcOrd="1" destOrd="0" presId="urn:microsoft.com/office/officeart/2005/8/layout/process2"/>
    <dgm:cxn modelId="{32F98C5A-924B-4840-8AA2-51CC31572D4D}" type="presParOf" srcId="{CD4E5D6F-7901-47AE-B90F-1D8F80AA1281}" destId="{7140AA5A-EF33-44C7-8DDD-505B411FC0D0}" srcOrd="0" destOrd="0" presId="urn:microsoft.com/office/officeart/2005/8/layout/process2"/>
    <dgm:cxn modelId="{19DCD384-D4DB-4198-BF5D-5B19AA43FBEB}" type="presParOf" srcId="{D7D16301-3A9E-41E4-AAF5-A17198C4A4A5}" destId="{CE07F5A3-AEEF-48CF-88D5-AE7449139B9C}" srcOrd="2" destOrd="0" presId="urn:microsoft.com/office/officeart/2005/8/layout/process2"/>
    <dgm:cxn modelId="{09D72322-A89C-46DE-8C6A-1383A686D9D2}" type="presParOf" srcId="{D7D16301-3A9E-41E4-AAF5-A17198C4A4A5}" destId="{C9355EB8-4292-49BC-A2F9-3755454EC7FC}" srcOrd="3" destOrd="0" presId="urn:microsoft.com/office/officeart/2005/8/layout/process2"/>
    <dgm:cxn modelId="{309A0FE6-6710-4686-A699-0B4F7F1E6105}" type="presParOf" srcId="{C9355EB8-4292-49BC-A2F9-3755454EC7FC}" destId="{FE66AA97-CE3F-421F-AE3A-896302520090}" srcOrd="0" destOrd="0" presId="urn:microsoft.com/office/officeart/2005/8/layout/process2"/>
    <dgm:cxn modelId="{8A107D2E-6C06-46D9-88DA-AC88959B2B90}" type="presParOf" srcId="{D7D16301-3A9E-41E4-AAF5-A17198C4A4A5}" destId="{77E6C306-D635-4210-B2B7-6BDCC1C38D7F}" srcOrd="4" destOrd="0" presId="urn:microsoft.com/office/officeart/2005/8/layout/process2"/>
    <dgm:cxn modelId="{D958FC0D-ED83-44B0-AA2B-B591C7EFB655}" type="presParOf" srcId="{D7D16301-3A9E-41E4-AAF5-A17198C4A4A5}" destId="{0B063E7B-2AD5-4B7E-B9C2-6C72E7143921}" srcOrd="5" destOrd="0" presId="urn:microsoft.com/office/officeart/2005/8/layout/process2"/>
    <dgm:cxn modelId="{5A074797-73FC-4F2D-8FDD-82F52146EC1C}" type="presParOf" srcId="{0B063E7B-2AD5-4B7E-B9C2-6C72E7143921}" destId="{A14E90D4-9C30-4F53-87E1-AEDEFE3DBACA}" srcOrd="0" destOrd="0" presId="urn:microsoft.com/office/officeart/2005/8/layout/process2"/>
    <dgm:cxn modelId="{646265E8-3A07-4B25-AB78-BB2D9BB3837E}" type="presParOf" srcId="{D7D16301-3A9E-41E4-AAF5-A17198C4A4A5}" destId="{04966795-8348-4B1A-984D-F5D8C30901A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BA0AF3-A66C-400C-8C09-9914A38F43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898635-B0F0-409D-9827-9604B0E758FA}">
      <dgm:prSet phldrT="[Text]" phldr="0" custT="1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Autonomous AI</a:t>
          </a:r>
        </a:p>
      </dgm:t>
    </dgm:pt>
    <dgm:pt modelId="{A1D04D88-0011-4743-9BA2-871720743A5F}" type="parTrans" cxnId="{C3B185B0-439A-40DB-AA4B-F127D0DF3659}">
      <dgm:prSet/>
      <dgm:spPr/>
      <dgm:t>
        <a:bodyPr/>
        <a:lstStyle/>
        <a:p>
          <a:endParaRPr lang="en-US"/>
        </a:p>
      </dgm:t>
    </dgm:pt>
    <dgm:pt modelId="{0D1E1FA4-B1A2-4CD2-81D3-661734A24C97}" type="sibTrans" cxnId="{C3B185B0-439A-40DB-AA4B-F127D0DF3659}">
      <dgm:prSet/>
      <dgm:spPr/>
      <dgm:t>
        <a:bodyPr/>
        <a:lstStyle/>
        <a:p>
          <a:endParaRPr lang="en-US"/>
        </a:p>
      </dgm:t>
    </dgm:pt>
    <dgm:pt modelId="{C5722C30-008F-4795-BAD4-3284206A5E86}">
      <dgm:prSet phldrT="[Text]"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Predicting risk</a:t>
          </a:r>
        </a:p>
      </dgm:t>
    </dgm:pt>
    <dgm:pt modelId="{DBF91354-41E9-4220-BDAE-C382486EF3BB}" type="parTrans" cxnId="{930A9BF4-B17E-48A1-8AC1-80550DB50491}">
      <dgm:prSet/>
      <dgm:spPr/>
      <dgm:t>
        <a:bodyPr/>
        <a:lstStyle/>
        <a:p>
          <a:endParaRPr lang="en-US"/>
        </a:p>
      </dgm:t>
    </dgm:pt>
    <dgm:pt modelId="{11E1CA8C-80BB-450E-81D8-3C966B1C101E}" type="sibTrans" cxnId="{930A9BF4-B17E-48A1-8AC1-80550DB50491}">
      <dgm:prSet/>
      <dgm:spPr/>
      <dgm:t>
        <a:bodyPr/>
        <a:lstStyle/>
        <a:p>
          <a:endParaRPr lang="en-US"/>
        </a:p>
      </dgm:t>
    </dgm:pt>
    <dgm:pt modelId="{C4606F18-1C2B-4B04-A7F6-C6EA62E332ED}">
      <dgm:prSet phldrT="[Text]"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Sending reminders</a:t>
          </a:r>
        </a:p>
      </dgm:t>
    </dgm:pt>
    <dgm:pt modelId="{0F8C0D69-C61B-45B5-9E61-2EB82CC19A65}" type="parTrans" cxnId="{D43F0D00-008E-49F4-B689-CD2D97F09388}">
      <dgm:prSet/>
      <dgm:spPr/>
      <dgm:t>
        <a:bodyPr/>
        <a:lstStyle/>
        <a:p>
          <a:endParaRPr lang="en-US"/>
        </a:p>
      </dgm:t>
    </dgm:pt>
    <dgm:pt modelId="{4E1A3F1A-065C-4640-8277-8821C9FEA92F}" type="sibTrans" cxnId="{D43F0D00-008E-49F4-B689-CD2D97F09388}">
      <dgm:prSet/>
      <dgm:spPr/>
      <dgm:t>
        <a:bodyPr/>
        <a:lstStyle/>
        <a:p>
          <a:endParaRPr lang="en-US"/>
        </a:p>
      </dgm:t>
    </dgm:pt>
    <dgm:pt modelId="{DE40C18A-BE92-453A-81B9-DA52418B3362}">
      <dgm:prSet phldrT="[Text]"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Adapting messages</a:t>
          </a:r>
        </a:p>
      </dgm:t>
    </dgm:pt>
    <dgm:pt modelId="{3942B127-36C1-497D-A20A-42924C171CF3}" type="parTrans" cxnId="{4C4361FF-575E-43A6-8901-FC975FB581A9}">
      <dgm:prSet/>
      <dgm:spPr/>
      <dgm:t>
        <a:bodyPr/>
        <a:lstStyle/>
        <a:p>
          <a:endParaRPr lang="en-US"/>
        </a:p>
      </dgm:t>
    </dgm:pt>
    <dgm:pt modelId="{C75063AD-5C4F-4A06-89BB-E46F59A1074F}" type="sibTrans" cxnId="{4C4361FF-575E-43A6-8901-FC975FB581A9}">
      <dgm:prSet/>
      <dgm:spPr/>
      <dgm:t>
        <a:bodyPr/>
        <a:lstStyle/>
        <a:p>
          <a:endParaRPr lang="en-US"/>
        </a:p>
      </dgm:t>
    </dgm:pt>
    <dgm:pt modelId="{9E3FB73A-0080-44BD-AAD4-A1BDDDB2F189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Human Overview</a:t>
          </a:r>
        </a:p>
      </dgm:t>
    </dgm:pt>
    <dgm:pt modelId="{3C6219BA-D465-4477-8DFE-F128B6AAAA82}" type="parTrans" cxnId="{38A98320-9EC7-46D7-84EC-9CB919B5EDCF}">
      <dgm:prSet/>
      <dgm:spPr/>
    </dgm:pt>
    <dgm:pt modelId="{785EC88E-C26D-4B12-93E3-3448A760053E}" type="sibTrans" cxnId="{38A98320-9EC7-46D7-84EC-9CB919B5EDCF}">
      <dgm:prSet/>
      <dgm:spPr/>
    </dgm:pt>
    <dgm:pt modelId="{21B06BE8-C636-42C3-B768-95CEAEB5285F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Approving payment plans</a:t>
          </a:r>
        </a:p>
      </dgm:t>
    </dgm:pt>
    <dgm:pt modelId="{B1AB5375-0F6F-47CF-A5B1-B792AC8FEDF5}" type="parTrans" cxnId="{118398D7-66A5-47E7-A9AB-16F1BF572486}">
      <dgm:prSet/>
      <dgm:spPr/>
    </dgm:pt>
    <dgm:pt modelId="{7EF01AD7-9E36-4B49-A5AD-C519E899DC27}" type="sibTrans" cxnId="{118398D7-66A5-47E7-A9AB-16F1BF572486}">
      <dgm:prSet/>
      <dgm:spPr/>
    </dgm:pt>
    <dgm:pt modelId="{6A15F707-E6FE-4764-88F7-2AA5082F0834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Learning from the data</a:t>
          </a:r>
        </a:p>
      </dgm:t>
    </dgm:pt>
    <dgm:pt modelId="{172C2C78-82F4-45C6-980E-4A0A345CDE26}" type="parTrans" cxnId="{1A5199DD-A594-4445-8694-3B3E5E51A4E3}">
      <dgm:prSet/>
      <dgm:spPr/>
    </dgm:pt>
    <dgm:pt modelId="{1780F2EA-8B2F-4F16-B4C5-3D293C912C47}" type="sibTrans" cxnId="{1A5199DD-A594-4445-8694-3B3E5E51A4E3}">
      <dgm:prSet/>
      <dgm:spPr/>
    </dgm:pt>
    <dgm:pt modelId="{3811A5C2-F739-43E9-83CE-71808402F678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Reviewing edge cases</a:t>
          </a:r>
        </a:p>
      </dgm:t>
    </dgm:pt>
    <dgm:pt modelId="{25189C63-906C-491A-8898-903B523DFA83}" type="parTrans" cxnId="{4C3D0474-686B-41B2-B28D-72CF59312A95}">
      <dgm:prSet/>
      <dgm:spPr/>
    </dgm:pt>
    <dgm:pt modelId="{AB2A3946-02FC-467D-BB0A-BEB6F110B11C}" type="sibTrans" cxnId="{4C3D0474-686B-41B2-B28D-72CF59312A95}">
      <dgm:prSet/>
      <dgm:spPr/>
    </dgm:pt>
    <dgm:pt modelId="{DBBA46F3-874D-45B4-9CD4-4D834EB1B965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Handling disputes</a:t>
          </a:r>
        </a:p>
      </dgm:t>
    </dgm:pt>
    <dgm:pt modelId="{2FABDF0A-7801-4FAA-9C9D-E64C8B5545C4}" type="parTrans" cxnId="{CC325134-BD85-4E4B-AB81-0934CCA3FCD0}">
      <dgm:prSet/>
      <dgm:spPr/>
    </dgm:pt>
    <dgm:pt modelId="{365780D1-7682-4232-8FC4-12D42F7504F0}" type="sibTrans" cxnId="{CC325134-BD85-4E4B-AB81-0934CCA3FCD0}">
      <dgm:prSet/>
      <dgm:spPr/>
    </dgm:pt>
    <dgm:pt modelId="{AF4707CD-7FA3-495B-8FA5-10A8D7A6AAAB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Auditing fairness</a:t>
          </a:r>
        </a:p>
      </dgm:t>
    </dgm:pt>
    <dgm:pt modelId="{C5AB2784-CFEF-477C-822E-2A6E0C015676}" type="parTrans" cxnId="{39E9CE04-0AAB-4083-8912-8238400AA694}">
      <dgm:prSet/>
      <dgm:spPr/>
    </dgm:pt>
    <dgm:pt modelId="{1C3268F5-37BE-4664-81D0-1ECA6FA23666}" type="sibTrans" cxnId="{39E9CE04-0AAB-4083-8912-8238400AA694}">
      <dgm:prSet/>
      <dgm:spPr/>
    </dgm:pt>
    <dgm:pt modelId="{FC9E7AF7-D135-4591-94B2-FFC653081EE9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Payment reminders</a:t>
          </a:r>
        </a:p>
      </dgm:t>
    </dgm:pt>
    <dgm:pt modelId="{E33414E9-9030-4CCA-B851-1D3EC9C5E6C3}" type="parTrans" cxnId="{7BCAF3B8-2244-4E65-8711-216D8E4E4B3B}">
      <dgm:prSet/>
      <dgm:spPr/>
    </dgm:pt>
    <dgm:pt modelId="{E985CA6C-80C1-4C4B-A493-E3DE227616D6}" type="sibTrans" cxnId="{7BCAF3B8-2244-4E65-8711-216D8E4E4B3B}">
      <dgm:prSet/>
      <dgm:spPr/>
    </dgm:pt>
    <dgm:pt modelId="{A8499856-AEBE-4ACB-BD5B-E2A9B60A54F9}">
      <dgm:prSet phldr="0"/>
      <dgm:spPr/>
      <dgm:t>
        <a:bodyPr/>
        <a:lstStyle/>
        <a:p>
          <a:pPr rtl="0"/>
          <a:r>
            <a:rPr lang="en-US" sz="2800" dirty="0">
              <a:solidFill>
                <a:schemeClr val="bg1"/>
              </a:solidFill>
              <a:latin typeface="Calibri"/>
              <a:ea typeface="Calibri"/>
              <a:cs typeface="Calibri"/>
            </a:rPr>
            <a:t> Deciding the risk tolerance</a:t>
          </a:r>
        </a:p>
      </dgm:t>
    </dgm:pt>
    <dgm:pt modelId="{DBA8194E-413B-4DA9-9B42-93C2B5CD5209}" type="parTrans" cxnId="{6A7AE9CB-19FD-4A9A-A6E7-1289547C44FC}">
      <dgm:prSet/>
      <dgm:spPr/>
    </dgm:pt>
    <dgm:pt modelId="{5C7755F4-429F-42AA-BF14-C3842907F893}" type="sibTrans" cxnId="{6A7AE9CB-19FD-4A9A-A6E7-1289547C44FC}">
      <dgm:prSet/>
      <dgm:spPr/>
    </dgm:pt>
    <dgm:pt modelId="{5ED591CA-D4E3-4395-841B-D8EA51F562D5}" type="pres">
      <dgm:prSet presAssocID="{60BA0AF3-A66C-400C-8C09-9914A38F43BF}" presName="linear" presStyleCnt="0">
        <dgm:presLayoutVars>
          <dgm:animLvl val="lvl"/>
          <dgm:resizeHandles val="exact"/>
        </dgm:presLayoutVars>
      </dgm:prSet>
      <dgm:spPr/>
    </dgm:pt>
    <dgm:pt modelId="{8B72A965-5183-47A3-8772-1EA2657F268E}" type="pres">
      <dgm:prSet presAssocID="{76898635-B0F0-409D-9827-9604B0E758F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2D6FC1C-7EA2-4DD5-A2DD-F2DE627AFCCD}" type="pres">
      <dgm:prSet presAssocID="{76898635-B0F0-409D-9827-9604B0E758FA}" presName="childText" presStyleLbl="revTx" presStyleIdx="0" presStyleCnt="2">
        <dgm:presLayoutVars>
          <dgm:bulletEnabled val="1"/>
        </dgm:presLayoutVars>
      </dgm:prSet>
      <dgm:spPr/>
    </dgm:pt>
    <dgm:pt modelId="{CB2EFF49-20CD-4C09-96AA-3719D7D534E7}" type="pres">
      <dgm:prSet presAssocID="{9E3FB73A-0080-44BD-AAD4-A1BDDDB2F18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B2F5E09-506D-4184-9145-268591037487}" type="pres">
      <dgm:prSet presAssocID="{9E3FB73A-0080-44BD-AAD4-A1BDDDB2F18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43F0D00-008E-49F4-B689-CD2D97F09388}" srcId="{76898635-B0F0-409D-9827-9604B0E758FA}" destId="{C4606F18-1C2B-4B04-A7F6-C6EA62E332ED}" srcOrd="1" destOrd="0" parTransId="{0F8C0D69-C61B-45B5-9E61-2EB82CC19A65}" sibTransId="{4E1A3F1A-065C-4640-8277-8821C9FEA92F}"/>
    <dgm:cxn modelId="{39E9CE04-0AAB-4083-8912-8238400AA694}" srcId="{9E3FB73A-0080-44BD-AAD4-A1BDDDB2F189}" destId="{AF4707CD-7FA3-495B-8FA5-10A8D7A6AAAB}" srcOrd="3" destOrd="0" parTransId="{C5AB2784-CFEF-477C-822E-2A6E0C015676}" sibTransId="{1C3268F5-37BE-4664-81D0-1ECA6FA23666}"/>
    <dgm:cxn modelId="{9399E41E-553C-4423-927D-75D71F80EFC8}" type="presOf" srcId="{9E3FB73A-0080-44BD-AAD4-A1BDDDB2F189}" destId="{CB2EFF49-20CD-4C09-96AA-3719D7D534E7}" srcOrd="0" destOrd="0" presId="urn:microsoft.com/office/officeart/2005/8/layout/vList2"/>
    <dgm:cxn modelId="{38A98320-9EC7-46D7-84EC-9CB919B5EDCF}" srcId="{60BA0AF3-A66C-400C-8C09-9914A38F43BF}" destId="{9E3FB73A-0080-44BD-AAD4-A1BDDDB2F189}" srcOrd="1" destOrd="0" parTransId="{3C6219BA-D465-4477-8DFE-F128B6AAAA82}" sibTransId="{785EC88E-C26D-4B12-93E3-3448A760053E}"/>
    <dgm:cxn modelId="{B82CBB27-A46C-41A0-8E1C-8E01E3FB76BB}" type="presOf" srcId="{3811A5C2-F739-43E9-83CE-71808402F678}" destId="{9B2F5E09-506D-4184-9145-268591037487}" srcOrd="0" destOrd="1" presId="urn:microsoft.com/office/officeart/2005/8/layout/vList2"/>
    <dgm:cxn modelId="{CC325134-BD85-4E4B-AB81-0934CCA3FCD0}" srcId="{9E3FB73A-0080-44BD-AAD4-A1BDDDB2F189}" destId="{DBBA46F3-874D-45B4-9CD4-4D834EB1B965}" srcOrd="2" destOrd="0" parTransId="{2FABDF0A-7801-4FAA-9C9D-E64C8B5545C4}" sibTransId="{365780D1-7682-4232-8FC4-12D42F7504F0}"/>
    <dgm:cxn modelId="{54423F60-2DED-439E-BB04-83A5B3C61DCD}" type="presOf" srcId="{FC9E7AF7-D135-4591-94B2-FFC653081EE9}" destId="{92D6FC1C-7EA2-4DD5-A2DD-F2DE627AFCCD}" srcOrd="0" destOrd="4" presId="urn:microsoft.com/office/officeart/2005/8/layout/vList2"/>
    <dgm:cxn modelId="{BFF90A65-2E9A-44E8-999D-75104B9B7DF5}" type="presOf" srcId="{DBBA46F3-874D-45B4-9CD4-4D834EB1B965}" destId="{9B2F5E09-506D-4184-9145-268591037487}" srcOrd="0" destOrd="2" presId="urn:microsoft.com/office/officeart/2005/8/layout/vList2"/>
    <dgm:cxn modelId="{BC069346-0A98-41D4-ABBD-A4222D41E218}" type="presOf" srcId="{AF4707CD-7FA3-495B-8FA5-10A8D7A6AAAB}" destId="{9B2F5E09-506D-4184-9145-268591037487}" srcOrd="0" destOrd="3" presId="urn:microsoft.com/office/officeart/2005/8/layout/vList2"/>
    <dgm:cxn modelId="{1C34196D-604B-4559-BC60-EB6FD5EBE6D1}" type="presOf" srcId="{21B06BE8-C636-42C3-B768-95CEAEB5285F}" destId="{9B2F5E09-506D-4184-9145-268591037487}" srcOrd="0" destOrd="0" presId="urn:microsoft.com/office/officeart/2005/8/layout/vList2"/>
    <dgm:cxn modelId="{1F2C7E52-F603-45F3-A1F7-A133741B0D11}" type="presOf" srcId="{DE40C18A-BE92-453A-81B9-DA52418B3362}" destId="{92D6FC1C-7EA2-4DD5-A2DD-F2DE627AFCCD}" srcOrd="0" destOrd="2" presId="urn:microsoft.com/office/officeart/2005/8/layout/vList2"/>
    <dgm:cxn modelId="{4C3D0474-686B-41B2-B28D-72CF59312A95}" srcId="{9E3FB73A-0080-44BD-AAD4-A1BDDDB2F189}" destId="{3811A5C2-F739-43E9-83CE-71808402F678}" srcOrd="1" destOrd="0" parTransId="{25189C63-906C-491A-8898-903B523DFA83}" sibTransId="{AB2A3946-02FC-467D-BB0A-BEB6F110B11C}"/>
    <dgm:cxn modelId="{6F79447B-E979-4394-A6E2-C98EE97B020F}" type="presOf" srcId="{76898635-B0F0-409D-9827-9604B0E758FA}" destId="{8B72A965-5183-47A3-8772-1EA2657F268E}" srcOrd="0" destOrd="0" presId="urn:microsoft.com/office/officeart/2005/8/layout/vList2"/>
    <dgm:cxn modelId="{4D43A486-5497-47C7-9FF8-0C309D30983B}" type="presOf" srcId="{C4606F18-1C2B-4B04-A7F6-C6EA62E332ED}" destId="{92D6FC1C-7EA2-4DD5-A2DD-F2DE627AFCCD}" srcOrd="0" destOrd="1" presId="urn:microsoft.com/office/officeart/2005/8/layout/vList2"/>
    <dgm:cxn modelId="{C3A7A8AC-A778-46C1-B90D-58297730C282}" type="presOf" srcId="{A8499856-AEBE-4ACB-BD5B-E2A9B60A54F9}" destId="{9B2F5E09-506D-4184-9145-268591037487}" srcOrd="0" destOrd="4" presId="urn:microsoft.com/office/officeart/2005/8/layout/vList2"/>
    <dgm:cxn modelId="{C3B185B0-439A-40DB-AA4B-F127D0DF3659}" srcId="{60BA0AF3-A66C-400C-8C09-9914A38F43BF}" destId="{76898635-B0F0-409D-9827-9604B0E758FA}" srcOrd="0" destOrd="0" parTransId="{A1D04D88-0011-4743-9BA2-871720743A5F}" sibTransId="{0D1E1FA4-B1A2-4CD2-81D3-661734A24C97}"/>
    <dgm:cxn modelId="{7BCAF3B8-2244-4E65-8711-216D8E4E4B3B}" srcId="{76898635-B0F0-409D-9827-9604B0E758FA}" destId="{FC9E7AF7-D135-4591-94B2-FFC653081EE9}" srcOrd="4" destOrd="0" parTransId="{E33414E9-9030-4CCA-B851-1D3EC9C5E6C3}" sibTransId="{E985CA6C-80C1-4C4B-A493-E3DE227616D6}"/>
    <dgm:cxn modelId="{6A7AE9CB-19FD-4A9A-A6E7-1289547C44FC}" srcId="{9E3FB73A-0080-44BD-AAD4-A1BDDDB2F189}" destId="{A8499856-AEBE-4ACB-BD5B-E2A9B60A54F9}" srcOrd="4" destOrd="0" parTransId="{DBA8194E-413B-4DA9-9B42-93C2B5CD5209}" sibTransId="{5C7755F4-429F-42AA-BF14-C3842907F893}"/>
    <dgm:cxn modelId="{118398D7-66A5-47E7-A9AB-16F1BF572486}" srcId="{9E3FB73A-0080-44BD-AAD4-A1BDDDB2F189}" destId="{21B06BE8-C636-42C3-B768-95CEAEB5285F}" srcOrd="0" destOrd="0" parTransId="{B1AB5375-0F6F-47CF-A5B1-B792AC8FEDF5}" sibTransId="{7EF01AD7-9E36-4B49-A5AD-C519E899DC27}"/>
    <dgm:cxn modelId="{1A5199DD-A594-4445-8694-3B3E5E51A4E3}" srcId="{76898635-B0F0-409D-9827-9604B0E758FA}" destId="{6A15F707-E6FE-4764-88F7-2AA5082F0834}" srcOrd="3" destOrd="0" parTransId="{172C2C78-82F4-45C6-980E-4A0A345CDE26}" sibTransId="{1780F2EA-8B2F-4F16-B4C5-3D293C912C47}"/>
    <dgm:cxn modelId="{FEBD3AE7-DF51-4933-9805-5F39210CBAB7}" type="presOf" srcId="{C5722C30-008F-4795-BAD4-3284206A5E86}" destId="{92D6FC1C-7EA2-4DD5-A2DD-F2DE627AFCCD}" srcOrd="0" destOrd="0" presId="urn:microsoft.com/office/officeart/2005/8/layout/vList2"/>
    <dgm:cxn modelId="{A2B59BE7-4221-4047-B019-CE4ACC7EB66C}" type="presOf" srcId="{60BA0AF3-A66C-400C-8C09-9914A38F43BF}" destId="{5ED591CA-D4E3-4395-841B-D8EA51F562D5}" srcOrd="0" destOrd="0" presId="urn:microsoft.com/office/officeart/2005/8/layout/vList2"/>
    <dgm:cxn modelId="{D1045DF2-9DB5-4927-9ACF-66D2217195CD}" type="presOf" srcId="{6A15F707-E6FE-4764-88F7-2AA5082F0834}" destId="{92D6FC1C-7EA2-4DD5-A2DD-F2DE627AFCCD}" srcOrd="0" destOrd="3" presId="urn:microsoft.com/office/officeart/2005/8/layout/vList2"/>
    <dgm:cxn modelId="{930A9BF4-B17E-48A1-8AC1-80550DB50491}" srcId="{76898635-B0F0-409D-9827-9604B0E758FA}" destId="{C5722C30-008F-4795-BAD4-3284206A5E86}" srcOrd="0" destOrd="0" parTransId="{DBF91354-41E9-4220-BDAE-C382486EF3BB}" sibTransId="{11E1CA8C-80BB-450E-81D8-3C966B1C101E}"/>
    <dgm:cxn modelId="{4C4361FF-575E-43A6-8901-FC975FB581A9}" srcId="{76898635-B0F0-409D-9827-9604B0E758FA}" destId="{DE40C18A-BE92-453A-81B9-DA52418B3362}" srcOrd="2" destOrd="0" parTransId="{3942B127-36C1-497D-A20A-42924C171CF3}" sibTransId="{C75063AD-5C4F-4A06-89BB-E46F59A1074F}"/>
    <dgm:cxn modelId="{25D72022-28CF-422C-B3B9-2E71032F6EC2}" type="presParOf" srcId="{5ED591CA-D4E3-4395-841B-D8EA51F562D5}" destId="{8B72A965-5183-47A3-8772-1EA2657F268E}" srcOrd="0" destOrd="0" presId="urn:microsoft.com/office/officeart/2005/8/layout/vList2"/>
    <dgm:cxn modelId="{DBFE9FA3-4A90-4B82-830E-AABB1E8BB72F}" type="presParOf" srcId="{5ED591CA-D4E3-4395-841B-D8EA51F562D5}" destId="{92D6FC1C-7EA2-4DD5-A2DD-F2DE627AFCCD}" srcOrd="1" destOrd="0" presId="urn:microsoft.com/office/officeart/2005/8/layout/vList2"/>
    <dgm:cxn modelId="{AEC7DDC5-7B13-472A-A164-F9F1C056BE4D}" type="presParOf" srcId="{5ED591CA-D4E3-4395-841B-D8EA51F562D5}" destId="{CB2EFF49-20CD-4C09-96AA-3719D7D534E7}" srcOrd="2" destOrd="0" presId="urn:microsoft.com/office/officeart/2005/8/layout/vList2"/>
    <dgm:cxn modelId="{B6AA13F8-ECF7-47BD-AE7E-3F25BA599F4D}" type="presParOf" srcId="{5ED591CA-D4E3-4395-841B-D8EA51F562D5}" destId="{9B2F5E09-506D-4184-9145-26859103748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FD53B6-6AE0-4A5F-9EE5-016BA9E5B42A}" type="doc">
      <dgm:prSet loTypeId="urn:microsoft.com/office/officeart/2005/8/layout/chevron2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85F6B8-FA33-498E-AB69-1F076349B8CC}">
      <dgm:prSet phldrT="[Text]" phldr="0" custT="1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</a:t>
          </a:r>
          <a:r>
            <a:rPr lang="en-US" sz="2400" dirty="0">
              <a:latin typeface="Calibri"/>
              <a:ea typeface="Calibri"/>
              <a:cs typeface="Calibri"/>
            </a:rPr>
            <a:t>Quantitative outcomes</a:t>
          </a:r>
        </a:p>
      </dgm:t>
    </dgm:pt>
    <dgm:pt modelId="{44F95565-FE55-4A5E-A831-5F5B83F9F1CB}" type="parTrans" cxnId="{DFDCDDF9-4985-49CD-8085-47E934761DC2}">
      <dgm:prSet/>
      <dgm:spPr/>
      <dgm:t>
        <a:bodyPr/>
        <a:lstStyle/>
        <a:p>
          <a:endParaRPr lang="en-US"/>
        </a:p>
      </dgm:t>
    </dgm:pt>
    <dgm:pt modelId="{0FFA13BB-016B-4F4C-89CE-13646C96D618}" type="sibTrans" cxnId="{DFDCDDF9-4985-49CD-8085-47E934761DC2}">
      <dgm:prSet/>
      <dgm:spPr/>
      <dgm:t>
        <a:bodyPr/>
        <a:lstStyle/>
        <a:p>
          <a:endParaRPr lang="en-US"/>
        </a:p>
      </dgm:t>
    </dgm:pt>
    <dgm:pt modelId="{2F510743-0893-4022-9FC6-AC218AE71B0A}">
      <dgm:prSet phldrT="[Text]"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Qualitative outcomes</a:t>
          </a:r>
        </a:p>
      </dgm:t>
    </dgm:pt>
    <dgm:pt modelId="{0EC26F95-F522-42C9-BA79-334C2860BEBD}" type="parTrans" cxnId="{F4B17B1D-819A-473B-AB54-3751B599C63B}">
      <dgm:prSet/>
      <dgm:spPr/>
      <dgm:t>
        <a:bodyPr/>
        <a:lstStyle/>
        <a:p>
          <a:endParaRPr lang="en-US"/>
        </a:p>
      </dgm:t>
    </dgm:pt>
    <dgm:pt modelId="{C6C6FA53-B3BE-4477-93CB-312B2D6D5913}" type="sibTrans" cxnId="{F4B17B1D-819A-473B-AB54-3751B599C63B}">
      <dgm:prSet/>
      <dgm:spPr/>
      <dgm:t>
        <a:bodyPr/>
        <a:lstStyle/>
        <a:p>
          <a:endParaRPr lang="en-US"/>
        </a:p>
      </dgm:t>
    </dgm:pt>
    <dgm:pt modelId="{81C6DA63-F380-4823-BAEF-7E7B1DFFB8E6}">
      <dgm:prSet phldrT="[Text]"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Enhanced Customer Loyalty and Retention</a:t>
          </a:r>
        </a:p>
      </dgm:t>
    </dgm:pt>
    <dgm:pt modelId="{85074BA4-1687-4A1F-B47E-19346A9B7E0B}" type="parTrans" cxnId="{3C0006D6-A1F7-4F73-A00C-100B72AE3793}">
      <dgm:prSet/>
      <dgm:spPr/>
      <dgm:t>
        <a:bodyPr/>
        <a:lstStyle/>
        <a:p>
          <a:endParaRPr lang="en-US"/>
        </a:p>
      </dgm:t>
    </dgm:pt>
    <dgm:pt modelId="{E9A78FFA-EB94-4B9C-A163-F0B1C0706B96}" type="sibTrans" cxnId="{3C0006D6-A1F7-4F73-A00C-100B72AE3793}">
      <dgm:prSet/>
      <dgm:spPr/>
      <dgm:t>
        <a:bodyPr/>
        <a:lstStyle/>
        <a:p>
          <a:endParaRPr lang="en-US"/>
        </a:p>
      </dgm:t>
    </dgm:pt>
    <dgm:pt modelId="{E47F504C-F764-4DBE-9F29-0D39CA7D0375}">
      <dgm:prSet phldrT="[Text]"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Improved Regulatory and Ethical </a:t>
          </a:r>
          <a:r>
            <a:rPr lang="en-US" sz="1600" dirty="0">
              <a:latin typeface="Calibri"/>
              <a:ea typeface="Calibri"/>
              <a:cs typeface="Calibri"/>
            </a:rPr>
            <a:t>Standing</a:t>
          </a:r>
          <a:endParaRPr lang="en-US" sz="2200" dirty="0">
            <a:latin typeface="Calibri"/>
            <a:ea typeface="Calibri"/>
            <a:cs typeface="Calibri"/>
          </a:endParaRPr>
        </a:p>
      </dgm:t>
    </dgm:pt>
    <dgm:pt modelId="{DAB01EBE-0373-4E38-ABF6-48508E2E623F}" type="parTrans" cxnId="{7AF36DF6-76AF-4303-84DB-950E778B753B}">
      <dgm:prSet/>
      <dgm:spPr/>
      <dgm:t>
        <a:bodyPr/>
        <a:lstStyle/>
        <a:p>
          <a:endParaRPr lang="en-US"/>
        </a:p>
      </dgm:t>
    </dgm:pt>
    <dgm:pt modelId="{E0EB0AB2-F51C-4037-AD83-BB9C24EE8946}" type="sibTrans" cxnId="{7AF36DF6-76AF-4303-84DB-950E778B753B}">
      <dgm:prSet/>
      <dgm:spPr/>
      <dgm:t>
        <a:bodyPr/>
        <a:lstStyle/>
        <a:p>
          <a:endParaRPr lang="en-US"/>
        </a:p>
      </dgm:t>
    </dgm:pt>
    <dgm:pt modelId="{2917B49B-B9BE-477C-96FF-ED5E5EFB3C21}">
      <dgm:prSet phldrT="[Text]"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Strategic Resource Allocation</a:t>
          </a:r>
        </a:p>
      </dgm:t>
    </dgm:pt>
    <dgm:pt modelId="{482F59A5-D866-46EC-A27D-ED72D60246D3}" type="parTrans" cxnId="{2C1E986B-F8A3-47EE-8CD4-8486F90CFCF6}">
      <dgm:prSet/>
      <dgm:spPr/>
      <dgm:t>
        <a:bodyPr/>
        <a:lstStyle/>
        <a:p>
          <a:endParaRPr lang="en-US"/>
        </a:p>
      </dgm:t>
    </dgm:pt>
    <dgm:pt modelId="{B930F65D-7D47-48BE-8F1A-B02CE9E6C3B2}" type="sibTrans" cxnId="{2C1E986B-F8A3-47EE-8CD4-8486F90CFCF6}">
      <dgm:prSet/>
      <dgm:spPr/>
      <dgm:t>
        <a:bodyPr/>
        <a:lstStyle/>
        <a:p>
          <a:endParaRPr lang="en-US"/>
        </a:p>
      </dgm:t>
    </dgm:pt>
    <dgm:pt modelId="{7011263E-23AF-47EC-AC47-D18F4D6498FD}">
      <dgm:prSet phldrT="[Text]"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Improved customer trust</a:t>
          </a:r>
        </a:p>
      </dgm:t>
    </dgm:pt>
    <dgm:pt modelId="{61D98587-2ADB-4643-9177-864810C03DF3}" type="parTrans" cxnId="{A1FE40A5-22FD-445E-ABA2-F9606D8B9ECF}">
      <dgm:prSet/>
      <dgm:spPr/>
      <dgm:t>
        <a:bodyPr/>
        <a:lstStyle/>
        <a:p>
          <a:endParaRPr lang="en-US"/>
        </a:p>
      </dgm:t>
    </dgm:pt>
    <dgm:pt modelId="{3F119167-E315-422A-9542-C4BE29008766}" type="sibTrans" cxnId="{A1FE40A5-22FD-445E-ABA2-F9606D8B9ECF}">
      <dgm:prSet/>
      <dgm:spPr/>
      <dgm:t>
        <a:bodyPr/>
        <a:lstStyle/>
        <a:p>
          <a:endParaRPr lang="en-US"/>
        </a:p>
      </dgm:t>
    </dgm:pt>
    <dgm:pt modelId="{5868E8D1-C8DE-4081-AB24-BD9075FD1468}">
      <dgm:prSet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Optimized Capital Reserves</a:t>
          </a:r>
        </a:p>
      </dgm:t>
    </dgm:pt>
    <dgm:pt modelId="{10821521-8CF2-4351-B603-4604E94285A5}" type="parTrans" cxnId="{01B0C04A-F1A6-43F1-B61F-02486E01E906}">
      <dgm:prSet/>
      <dgm:spPr/>
    </dgm:pt>
    <dgm:pt modelId="{F09315C7-0178-4F1C-89BA-590887AC8CAC}" type="sibTrans" cxnId="{01B0C04A-F1A6-43F1-B61F-02486E01E906}">
      <dgm:prSet/>
      <dgm:spPr/>
    </dgm:pt>
    <dgm:pt modelId="{3469F3F9-EBEA-4975-A325-83AD42C7B703}">
      <dgm:prSet phldr="0" custT="1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Reduced Loan Losses (Write-Offs)</a:t>
          </a:r>
        </a:p>
      </dgm:t>
    </dgm:pt>
    <dgm:pt modelId="{0EC770F0-2266-4AE6-AAE2-2A00E90EC6BA}" type="parTrans" cxnId="{EC6F55FA-6FA7-49D2-883A-E2AB61DF5B51}">
      <dgm:prSet/>
      <dgm:spPr/>
    </dgm:pt>
    <dgm:pt modelId="{CC04D637-9EF9-4046-BEE0-163DADA63950}" type="sibTrans" cxnId="{EC6F55FA-6FA7-49D2-883A-E2AB61DF5B51}">
      <dgm:prSet/>
      <dgm:spPr/>
    </dgm:pt>
    <dgm:pt modelId="{8D6C5D0F-E4C5-403F-A2C7-2957A35B968F}">
      <dgm:prSet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Lower Cost of Collections</a:t>
          </a:r>
        </a:p>
      </dgm:t>
    </dgm:pt>
    <dgm:pt modelId="{FCFDAF4A-5117-4808-8A8D-4C95A6045D53}" type="parTrans" cxnId="{26745960-BFC3-416B-9E78-515A85BAFE9D}">
      <dgm:prSet/>
      <dgm:spPr/>
    </dgm:pt>
    <dgm:pt modelId="{435B7D80-2B18-4B44-9F0B-57D0DBE9079D}" type="sibTrans" cxnId="{26745960-BFC3-416B-9E78-515A85BAFE9D}">
      <dgm:prSet/>
      <dgm:spPr/>
    </dgm:pt>
    <dgm:pt modelId="{8EEB5CAA-DA40-4254-890B-8D5B4CD24A82}">
      <dgm:prSet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Increased repayment rates</a:t>
          </a:r>
        </a:p>
      </dgm:t>
    </dgm:pt>
    <dgm:pt modelId="{2F0EC270-16E7-4293-9019-38E664C2E9F5}" type="parTrans" cxnId="{CC0C7A9E-6267-4726-9D60-D6112AED60CB}">
      <dgm:prSet/>
      <dgm:spPr/>
    </dgm:pt>
    <dgm:pt modelId="{85C64D38-C783-4F42-A10E-5C38346A07DB}" type="sibTrans" cxnId="{CC0C7A9E-6267-4726-9D60-D6112AED60CB}">
      <dgm:prSet/>
      <dgm:spPr/>
    </dgm:pt>
    <dgm:pt modelId="{A7B87616-C5D2-4043-B103-D05A382B171E}">
      <dgm:prSet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Reduced delinquency</a:t>
          </a:r>
        </a:p>
      </dgm:t>
    </dgm:pt>
    <dgm:pt modelId="{6B9589CE-8CDD-4B19-BE90-CCEE402505D1}" type="parTrans" cxnId="{982CE789-D619-4A31-9042-3E301E5CA751}">
      <dgm:prSet/>
      <dgm:spPr/>
    </dgm:pt>
    <dgm:pt modelId="{4142C75C-AAC3-451F-AFEB-A026C00E8FF6}" type="sibTrans" cxnId="{982CE789-D619-4A31-9042-3E301E5CA751}">
      <dgm:prSet/>
      <dgm:spPr/>
    </dgm:pt>
    <dgm:pt modelId="{EE7594E5-5A0E-47B4-831C-6D20F42B67CE}">
      <dgm:prSet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Cost savings</a:t>
          </a:r>
        </a:p>
      </dgm:t>
    </dgm:pt>
    <dgm:pt modelId="{DC06917A-18EB-423B-97FD-C7289E722995}" type="parTrans" cxnId="{799C343B-F64B-42EE-98EE-3228D703EC4B}">
      <dgm:prSet/>
      <dgm:spPr/>
    </dgm:pt>
    <dgm:pt modelId="{E8C08ACF-5E56-4943-8ADF-C3F15F1615EA}" type="sibTrans" cxnId="{799C343B-F64B-42EE-98EE-3228D703EC4B}">
      <dgm:prSet/>
      <dgm:spPr/>
    </dgm:pt>
    <dgm:pt modelId="{32F9A621-2742-433D-8859-F51250683445}">
      <dgm:prSet phldr="0"/>
      <dgm:spPr/>
      <dgm:t>
        <a:bodyPr/>
        <a:lstStyle/>
        <a:p>
          <a:pPr rtl="0"/>
          <a:r>
            <a:rPr lang="en-US" sz="1200" dirty="0">
              <a:latin typeface="Calibri"/>
              <a:ea typeface="Roboto"/>
              <a:cs typeface="Roboto"/>
            </a:rPr>
            <a:t> Better recovery rates</a:t>
          </a:r>
          <a:endParaRPr lang="en-US" sz="1200" dirty="0">
            <a:latin typeface="Calibri"/>
            <a:ea typeface="Calibri"/>
            <a:cs typeface="Calibri"/>
          </a:endParaRPr>
        </a:p>
      </dgm:t>
    </dgm:pt>
    <dgm:pt modelId="{A82986A5-FB61-494F-B875-9D2913719C9A}" type="parTrans" cxnId="{0B39096A-9807-4F44-A57D-3D0BDC2ACE92}">
      <dgm:prSet/>
      <dgm:spPr/>
    </dgm:pt>
    <dgm:pt modelId="{59152CCF-45AE-4CDA-8D1D-DC6329DC452D}" type="sibTrans" cxnId="{0B39096A-9807-4F44-A57D-3D0BDC2ACE92}">
      <dgm:prSet/>
      <dgm:spPr/>
    </dgm:pt>
    <dgm:pt modelId="{BBF6549A-8E87-4BB9-93D4-C4B8E7CCA0E7}">
      <dgm:prSet phldr="0"/>
      <dgm:spPr/>
      <dgm:t>
        <a:bodyPr/>
        <a:lstStyle/>
        <a:p>
          <a:pPr rtl="0"/>
          <a:r>
            <a:rPr lang="en-US" sz="1200" dirty="0">
              <a:latin typeface="Calibri"/>
              <a:ea typeface="Calibri"/>
              <a:cs typeface="Calibri"/>
            </a:rPr>
            <a:t> Enhanced fairness</a:t>
          </a:r>
        </a:p>
      </dgm:t>
    </dgm:pt>
    <dgm:pt modelId="{D6321FCB-E346-4575-A637-5C2F3BEAE9D5}" type="parTrans" cxnId="{191C37B7-01C2-4B7C-BBB4-61C0AB7F628A}">
      <dgm:prSet/>
      <dgm:spPr/>
    </dgm:pt>
    <dgm:pt modelId="{ADAE63DE-67A2-4B88-97E6-F3A7E7E42FB9}" type="sibTrans" cxnId="{191C37B7-01C2-4B7C-BBB4-61C0AB7F628A}">
      <dgm:prSet/>
      <dgm:spPr/>
    </dgm:pt>
    <dgm:pt modelId="{80549443-E19A-42B3-9630-5F172A75B840}">
      <dgm:prSet phldr="0"/>
      <dgm:spPr/>
      <dgm:t>
        <a:bodyPr/>
        <a:lstStyle/>
        <a:p>
          <a:r>
            <a:rPr lang="en-US" sz="1200" dirty="0">
              <a:latin typeface="Calibri"/>
              <a:ea typeface="Calibri"/>
              <a:cs typeface="Calibri"/>
            </a:rPr>
            <a:t> Increased scalability</a:t>
          </a:r>
          <a:endParaRPr lang="en-US" sz="1200" dirty="0"/>
        </a:p>
      </dgm:t>
    </dgm:pt>
    <dgm:pt modelId="{B331EBAB-4746-47EB-9F30-0B2885AB36D3}" type="parTrans" cxnId="{FFF72417-CFFD-4439-AF66-81379474823F}">
      <dgm:prSet/>
      <dgm:spPr/>
    </dgm:pt>
    <dgm:pt modelId="{5CD4CAE5-E9AA-43B1-967D-9BBE599B2929}" type="sibTrans" cxnId="{FFF72417-CFFD-4439-AF66-81379474823F}">
      <dgm:prSet/>
      <dgm:spPr/>
    </dgm:pt>
    <dgm:pt modelId="{B46BA9E1-67F3-470D-997B-A762B34E8025}" type="pres">
      <dgm:prSet presAssocID="{C2FD53B6-6AE0-4A5F-9EE5-016BA9E5B42A}" presName="linearFlow" presStyleCnt="0">
        <dgm:presLayoutVars>
          <dgm:dir/>
          <dgm:animLvl val="lvl"/>
          <dgm:resizeHandles val="exact"/>
        </dgm:presLayoutVars>
      </dgm:prSet>
      <dgm:spPr/>
    </dgm:pt>
    <dgm:pt modelId="{9E5908AC-5F0E-4E12-A3DD-F18D4F64DD5E}" type="pres">
      <dgm:prSet presAssocID="{3085F6B8-FA33-498E-AB69-1F076349B8CC}" presName="composite" presStyleCnt="0"/>
      <dgm:spPr/>
    </dgm:pt>
    <dgm:pt modelId="{9A47CE90-A5E7-40E3-AC3A-B8AB502ACDA3}" type="pres">
      <dgm:prSet presAssocID="{3085F6B8-FA33-498E-AB69-1F076349B8CC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7F577F96-4E25-4353-AC28-A37D0A6B4270}" type="pres">
      <dgm:prSet presAssocID="{3085F6B8-FA33-498E-AB69-1F076349B8CC}" presName="descendantText" presStyleLbl="alignAcc1" presStyleIdx="0" presStyleCnt="2">
        <dgm:presLayoutVars>
          <dgm:bulletEnabled val="1"/>
        </dgm:presLayoutVars>
      </dgm:prSet>
      <dgm:spPr/>
    </dgm:pt>
    <dgm:pt modelId="{44F369AC-2EB3-4FDD-8C37-9B1DD27578F8}" type="pres">
      <dgm:prSet presAssocID="{0FFA13BB-016B-4F4C-89CE-13646C96D618}" presName="sp" presStyleCnt="0"/>
      <dgm:spPr/>
    </dgm:pt>
    <dgm:pt modelId="{56DB4474-8925-4B0F-9E20-E0B9CCB6ECCE}" type="pres">
      <dgm:prSet presAssocID="{2F510743-0893-4022-9FC6-AC218AE71B0A}" presName="composite" presStyleCnt="0"/>
      <dgm:spPr/>
    </dgm:pt>
    <dgm:pt modelId="{1D50A968-EBE3-4644-B1DA-CB14DB56DC74}" type="pres">
      <dgm:prSet presAssocID="{2F510743-0893-4022-9FC6-AC218AE71B0A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DC605273-9467-46AE-B2B7-A195506CB68F}" type="pres">
      <dgm:prSet presAssocID="{2F510743-0893-4022-9FC6-AC218AE71B0A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8885C008-DE39-46B4-B50B-89E40B50F5A2}" type="presOf" srcId="{2917B49B-B9BE-477C-96FF-ED5E5EFB3C21}" destId="{DC605273-9467-46AE-B2B7-A195506CB68F}" srcOrd="0" destOrd="2" presId="urn:microsoft.com/office/officeart/2005/8/layout/chevron2"/>
    <dgm:cxn modelId="{74B9F415-57D0-4732-875E-565A3DF127DD}" type="presOf" srcId="{2F510743-0893-4022-9FC6-AC218AE71B0A}" destId="{1D50A968-EBE3-4644-B1DA-CB14DB56DC74}" srcOrd="0" destOrd="0" presId="urn:microsoft.com/office/officeart/2005/8/layout/chevron2"/>
    <dgm:cxn modelId="{FFF72417-CFFD-4439-AF66-81379474823F}" srcId="{2F510743-0893-4022-9FC6-AC218AE71B0A}" destId="{80549443-E19A-42B3-9630-5F172A75B840}" srcOrd="5" destOrd="0" parTransId="{B331EBAB-4746-47EB-9F30-0B2885AB36D3}" sibTransId="{5CD4CAE5-E9AA-43B1-967D-9BBE599B2929}"/>
    <dgm:cxn modelId="{41CF8D1C-6D7A-4962-9E52-EBE759CCC218}" type="presOf" srcId="{8EEB5CAA-DA40-4254-890B-8D5B4CD24A82}" destId="{7F577F96-4E25-4353-AC28-A37D0A6B4270}" srcOrd="0" destOrd="3" presId="urn:microsoft.com/office/officeart/2005/8/layout/chevron2"/>
    <dgm:cxn modelId="{F4B17B1D-819A-473B-AB54-3751B599C63B}" srcId="{C2FD53B6-6AE0-4A5F-9EE5-016BA9E5B42A}" destId="{2F510743-0893-4022-9FC6-AC218AE71B0A}" srcOrd="1" destOrd="0" parTransId="{0EC26F95-F522-42C9-BA79-334C2860BEBD}" sibTransId="{C6C6FA53-B3BE-4477-93CB-312B2D6D5913}"/>
    <dgm:cxn modelId="{799C343B-F64B-42EE-98EE-3228D703EC4B}" srcId="{3085F6B8-FA33-498E-AB69-1F076349B8CC}" destId="{EE7594E5-5A0E-47B4-831C-6D20F42B67CE}" srcOrd="5" destOrd="0" parTransId="{DC06917A-18EB-423B-97FD-C7289E722995}" sibTransId="{E8C08ACF-5E56-4943-8ADF-C3F15F1615EA}"/>
    <dgm:cxn modelId="{D355613F-2BE1-4593-8735-BAEB01A98ADF}" type="presOf" srcId="{80549443-E19A-42B3-9630-5F172A75B840}" destId="{DC605273-9467-46AE-B2B7-A195506CB68F}" srcOrd="0" destOrd="5" presId="urn:microsoft.com/office/officeart/2005/8/layout/chevron2"/>
    <dgm:cxn modelId="{26745960-BFC3-416B-9E78-515A85BAFE9D}" srcId="{3085F6B8-FA33-498E-AB69-1F076349B8CC}" destId="{8D6C5D0F-E4C5-403F-A2C7-2957A35B968F}" srcOrd="1" destOrd="0" parTransId="{FCFDAF4A-5117-4808-8A8D-4C95A6045D53}" sibTransId="{435B7D80-2B18-4B44-9F0B-57D0DBE9079D}"/>
    <dgm:cxn modelId="{0B39096A-9807-4F44-A57D-3D0BDC2ACE92}" srcId="{3085F6B8-FA33-498E-AB69-1F076349B8CC}" destId="{32F9A621-2742-433D-8859-F51250683445}" srcOrd="6" destOrd="0" parTransId="{A82986A5-FB61-494F-B875-9D2913719C9A}" sibTransId="{59152CCF-45AE-4CDA-8D1D-DC6329DC452D}"/>
    <dgm:cxn modelId="{01B0C04A-F1A6-43F1-B61F-02486E01E906}" srcId="{3085F6B8-FA33-498E-AB69-1F076349B8CC}" destId="{5868E8D1-C8DE-4081-AB24-BD9075FD1468}" srcOrd="2" destOrd="0" parTransId="{10821521-8CF2-4351-B603-4604E94285A5}" sibTransId="{F09315C7-0178-4F1C-89BA-590887AC8CAC}"/>
    <dgm:cxn modelId="{2C1E986B-F8A3-47EE-8CD4-8486F90CFCF6}" srcId="{2F510743-0893-4022-9FC6-AC218AE71B0A}" destId="{2917B49B-B9BE-477C-96FF-ED5E5EFB3C21}" srcOrd="2" destOrd="0" parTransId="{482F59A5-D866-46EC-A27D-ED72D60246D3}" sibTransId="{B930F65D-7D47-48BE-8F1A-B02CE9E6C3B2}"/>
    <dgm:cxn modelId="{9C9A6674-57E3-4671-9214-92A17197ED94}" type="presOf" srcId="{5868E8D1-C8DE-4081-AB24-BD9075FD1468}" destId="{7F577F96-4E25-4353-AC28-A37D0A6B4270}" srcOrd="0" destOrd="2" presId="urn:microsoft.com/office/officeart/2005/8/layout/chevron2"/>
    <dgm:cxn modelId="{2E641758-5291-42AF-9128-C1F4F94F0594}" type="presOf" srcId="{8D6C5D0F-E4C5-403F-A2C7-2957A35B968F}" destId="{7F577F96-4E25-4353-AC28-A37D0A6B4270}" srcOrd="0" destOrd="1" presId="urn:microsoft.com/office/officeart/2005/8/layout/chevron2"/>
    <dgm:cxn modelId="{982CE789-D619-4A31-9042-3E301E5CA751}" srcId="{3085F6B8-FA33-498E-AB69-1F076349B8CC}" destId="{A7B87616-C5D2-4043-B103-D05A382B171E}" srcOrd="4" destOrd="0" parTransId="{6B9589CE-8CDD-4B19-BE90-CCEE402505D1}" sibTransId="{4142C75C-AAC3-451F-AFEB-A026C00E8FF6}"/>
    <dgm:cxn modelId="{68EF138B-A546-4894-80DB-1BCB88B373DF}" type="presOf" srcId="{A7B87616-C5D2-4043-B103-D05A382B171E}" destId="{7F577F96-4E25-4353-AC28-A37D0A6B4270}" srcOrd="0" destOrd="4" presId="urn:microsoft.com/office/officeart/2005/8/layout/chevron2"/>
    <dgm:cxn modelId="{E1E5B18D-15C4-4A47-846F-72355716920D}" type="presOf" srcId="{32F9A621-2742-433D-8859-F51250683445}" destId="{7F577F96-4E25-4353-AC28-A37D0A6B4270}" srcOrd="0" destOrd="6" presId="urn:microsoft.com/office/officeart/2005/8/layout/chevron2"/>
    <dgm:cxn modelId="{00ECF197-7DE4-4DDD-9417-7E5850312304}" type="presOf" srcId="{BBF6549A-8E87-4BB9-93D4-C4B8E7CCA0E7}" destId="{DC605273-9467-46AE-B2B7-A195506CB68F}" srcOrd="0" destOrd="4" presId="urn:microsoft.com/office/officeart/2005/8/layout/chevron2"/>
    <dgm:cxn modelId="{CC0C7A9E-6267-4726-9D60-D6112AED60CB}" srcId="{3085F6B8-FA33-498E-AB69-1F076349B8CC}" destId="{8EEB5CAA-DA40-4254-890B-8D5B4CD24A82}" srcOrd="3" destOrd="0" parTransId="{2F0EC270-16E7-4293-9019-38E664C2E9F5}" sibTransId="{85C64D38-C783-4F42-A10E-5C38346A07DB}"/>
    <dgm:cxn modelId="{A1FE40A5-22FD-445E-ABA2-F9606D8B9ECF}" srcId="{2F510743-0893-4022-9FC6-AC218AE71B0A}" destId="{7011263E-23AF-47EC-AC47-D18F4D6498FD}" srcOrd="3" destOrd="0" parTransId="{61D98587-2ADB-4643-9177-864810C03DF3}" sibTransId="{3F119167-E315-422A-9542-C4BE29008766}"/>
    <dgm:cxn modelId="{191C37B7-01C2-4B7C-BBB4-61C0AB7F628A}" srcId="{2F510743-0893-4022-9FC6-AC218AE71B0A}" destId="{BBF6549A-8E87-4BB9-93D4-C4B8E7CCA0E7}" srcOrd="4" destOrd="0" parTransId="{D6321FCB-E346-4575-A637-5C2F3BEAE9D5}" sibTransId="{ADAE63DE-67A2-4B88-97E6-F3A7E7E42FB9}"/>
    <dgm:cxn modelId="{A08C82CA-2964-463E-A27A-36622BA34E5C}" type="presOf" srcId="{C2FD53B6-6AE0-4A5F-9EE5-016BA9E5B42A}" destId="{B46BA9E1-67F3-470D-997B-A762B34E8025}" srcOrd="0" destOrd="0" presId="urn:microsoft.com/office/officeart/2005/8/layout/chevron2"/>
    <dgm:cxn modelId="{0973A8D1-2E73-4491-9788-7612BC3E58CE}" type="presOf" srcId="{EE7594E5-5A0E-47B4-831C-6D20F42B67CE}" destId="{7F577F96-4E25-4353-AC28-A37D0A6B4270}" srcOrd="0" destOrd="5" presId="urn:microsoft.com/office/officeart/2005/8/layout/chevron2"/>
    <dgm:cxn modelId="{3C0006D6-A1F7-4F73-A00C-100B72AE3793}" srcId="{2F510743-0893-4022-9FC6-AC218AE71B0A}" destId="{81C6DA63-F380-4823-BAEF-7E7B1DFFB8E6}" srcOrd="0" destOrd="0" parTransId="{85074BA4-1687-4A1F-B47E-19346A9B7E0B}" sibTransId="{E9A78FFA-EB94-4B9C-A163-F0B1C0706B96}"/>
    <dgm:cxn modelId="{55680BD7-EC0F-41F7-8A85-F3078823227C}" type="presOf" srcId="{81C6DA63-F380-4823-BAEF-7E7B1DFFB8E6}" destId="{DC605273-9467-46AE-B2B7-A195506CB68F}" srcOrd="0" destOrd="0" presId="urn:microsoft.com/office/officeart/2005/8/layout/chevron2"/>
    <dgm:cxn modelId="{E584C6D9-B209-441B-9D3D-11A1308F88EF}" type="presOf" srcId="{3469F3F9-EBEA-4975-A325-83AD42C7B703}" destId="{7F577F96-4E25-4353-AC28-A37D0A6B4270}" srcOrd="0" destOrd="0" presId="urn:microsoft.com/office/officeart/2005/8/layout/chevron2"/>
    <dgm:cxn modelId="{16B760E8-72CC-465B-A575-84494764BD7E}" type="presOf" srcId="{7011263E-23AF-47EC-AC47-D18F4D6498FD}" destId="{DC605273-9467-46AE-B2B7-A195506CB68F}" srcOrd="0" destOrd="3" presId="urn:microsoft.com/office/officeart/2005/8/layout/chevron2"/>
    <dgm:cxn modelId="{093CFFF0-A849-49B8-AFCE-D644B47FC148}" type="presOf" srcId="{3085F6B8-FA33-498E-AB69-1F076349B8CC}" destId="{9A47CE90-A5E7-40E3-AC3A-B8AB502ACDA3}" srcOrd="0" destOrd="0" presId="urn:microsoft.com/office/officeart/2005/8/layout/chevron2"/>
    <dgm:cxn modelId="{7AF36DF6-76AF-4303-84DB-950E778B753B}" srcId="{2F510743-0893-4022-9FC6-AC218AE71B0A}" destId="{E47F504C-F764-4DBE-9F29-0D39CA7D0375}" srcOrd="1" destOrd="0" parTransId="{DAB01EBE-0373-4E38-ABF6-48508E2E623F}" sibTransId="{E0EB0AB2-F51C-4037-AD83-BB9C24EE8946}"/>
    <dgm:cxn modelId="{DFDCDDF9-4985-49CD-8085-47E934761DC2}" srcId="{C2FD53B6-6AE0-4A5F-9EE5-016BA9E5B42A}" destId="{3085F6B8-FA33-498E-AB69-1F076349B8CC}" srcOrd="0" destOrd="0" parTransId="{44F95565-FE55-4A5E-A831-5F5B83F9F1CB}" sibTransId="{0FFA13BB-016B-4F4C-89CE-13646C96D618}"/>
    <dgm:cxn modelId="{EC6F55FA-6FA7-49D2-883A-E2AB61DF5B51}" srcId="{3085F6B8-FA33-498E-AB69-1F076349B8CC}" destId="{3469F3F9-EBEA-4975-A325-83AD42C7B703}" srcOrd="0" destOrd="0" parTransId="{0EC770F0-2266-4AE6-AAE2-2A00E90EC6BA}" sibTransId="{CC04D637-9EF9-4046-BEE0-163DADA63950}"/>
    <dgm:cxn modelId="{28D375FA-8F03-495B-9717-745A4A52D4D6}" type="presOf" srcId="{E47F504C-F764-4DBE-9F29-0D39CA7D0375}" destId="{DC605273-9467-46AE-B2B7-A195506CB68F}" srcOrd="0" destOrd="1" presId="urn:microsoft.com/office/officeart/2005/8/layout/chevron2"/>
    <dgm:cxn modelId="{CD3E0633-E11C-49BC-868A-9F0207F20447}" type="presParOf" srcId="{B46BA9E1-67F3-470D-997B-A762B34E8025}" destId="{9E5908AC-5F0E-4E12-A3DD-F18D4F64DD5E}" srcOrd="0" destOrd="0" presId="urn:microsoft.com/office/officeart/2005/8/layout/chevron2"/>
    <dgm:cxn modelId="{49273988-A924-409A-B783-C24C25763190}" type="presParOf" srcId="{9E5908AC-5F0E-4E12-A3DD-F18D4F64DD5E}" destId="{9A47CE90-A5E7-40E3-AC3A-B8AB502ACDA3}" srcOrd="0" destOrd="0" presId="urn:microsoft.com/office/officeart/2005/8/layout/chevron2"/>
    <dgm:cxn modelId="{4938E9CE-71E5-4BB0-959D-7B6717C67FE0}" type="presParOf" srcId="{9E5908AC-5F0E-4E12-A3DD-F18D4F64DD5E}" destId="{7F577F96-4E25-4353-AC28-A37D0A6B4270}" srcOrd="1" destOrd="0" presId="urn:microsoft.com/office/officeart/2005/8/layout/chevron2"/>
    <dgm:cxn modelId="{22E15911-EF46-4CB9-BC02-6918C1F24AE1}" type="presParOf" srcId="{B46BA9E1-67F3-470D-997B-A762B34E8025}" destId="{44F369AC-2EB3-4FDD-8C37-9B1DD27578F8}" srcOrd="1" destOrd="0" presId="urn:microsoft.com/office/officeart/2005/8/layout/chevron2"/>
    <dgm:cxn modelId="{8E08B2B9-13B3-4F66-9217-3D90166A559B}" type="presParOf" srcId="{B46BA9E1-67F3-470D-997B-A762B34E8025}" destId="{56DB4474-8925-4B0F-9E20-E0B9CCB6ECCE}" srcOrd="2" destOrd="0" presId="urn:microsoft.com/office/officeart/2005/8/layout/chevron2"/>
    <dgm:cxn modelId="{C82FA4F9-EC01-4A9E-AA88-FE7D2037383E}" type="presParOf" srcId="{56DB4474-8925-4B0F-9E20-E0B9CCB6ECCE}" destId="{1D50A968-EBE3-4644-B1DA-CB14DB56DC74}" srcOrd="0" destOrd="0" presId="urn:microsoft.com/office/officeart/2005/8/layout/chevron2"/>
    <dgm:cxn modelId="{10814891-724C-4E1F-9B1B-015A88BD58F0}" type="presParOf" srcId="{56DB4474-8925-4B0F-9E20-E0B9CCB6ECCE}" destId="{DC605273-9467-46AE-B2B7-A195506CB68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ABA2E-6F0C-400C-8DB5-E4862B7B11DC}">
      <dsp:nvSpPr>
        <dsp:cNvPr id="0" name=""/>
        <dsp:cNvSpPr/>
      </dsp:nvSpPr>
      <dsp:spPr>
        <a:xfrm>
          <a:off x="1089451" y="1961"/>
          <a:ext cx="2213708" cy="7298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Walbaum Display"/>
            </a:rPr>
            <a:t> Customer Data Input</a:t>
          </a:r>
          <a:endParaRPr lang="en-US" sz="1700" kern="1200" dirty="0"/>
        </a:p>
      </dsp:txBody>
      <dsp:txXfrm>
        <a:off x="1110827" y="23337"/>
        <a:ext cx="2170956" cy="687073"/>
      </dsp:txXfrm>
    </dsp:sp>
    <dsp:sp modelId="{CD4E5D6F-7901-47AE-B90F-1D8F80AA1281}">
      <dsp:nvSpPr>
        <dsp:cNvPr id="0" name=""/>
        <dsp:cNvSpPr/>
      </dsp:nvSpPr>
      <dsp:spPr>
        <a:xfrm rot="5400000">
          <a:off x="2059463" y="750032"/>
          <a:ext cx="273684" cy="32842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097779" y="777401"/>
        <a:ext cx="197053" cy="191579"/>
      </dsp:txXfrm>
    </dsp:sp>
    <dsp:sp modelId="{CE07F5A3-AEEF-48CF-88D5-AE7449139B9C}">
      <dsp:nvSpPr>
        <dsp:cNvPr id="0" name=""/>
        <dsp:cNvSpPr/>
      </dsp:nvSpPr>
      <dsp:spPr>
        <a:xfrm>
          <a:off x="1089451" y="1096699"/>
          <a:ext cx="2213708" cy="7298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Walbaum Display"/>
            </a:rPr>
            <a:t> Risk Prediction Engine </a:t>
          </a:r>
          <a:endParaRPr lang="en-US" sz="1700" kern="1200" dirty="0"/>
        </a:p>
      </dsp:txBody>
      <dsp:txXfrm>
        <a:off x="1110827" y="1118075"/>
        <a:ext cx="2170956" cy="687073"/>
      </dsp:txXfrm>
    </dsp:sp>
    <dsp:sp modelId="{C9355EB8-4292-49BC-A2F9-3755454EC7FC}">
      <dsp:nvSpPr>
        <dsp:cNvPr id="0" name=""/>
        <dsp:cNvSpPr/>
      </dsp:nvSpPr>
      <dsp:spPr>
        <a:xfrm rot="5400000">
          <a:off x="2059463" y="1844770"/>
          <a:ext cx="273684" cy="32842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097779" y="1872139"/>
        <a:ext cx="197053" cy="191579"/>
      </dsp:txXfrm>
    </dsp:sp>
    <dsp:sp modelId="{77E6C306-D635-4210-B2B7-6BDCC1C38D7F}">
      <dsp:nvSpPr>
        <dsp:cNvPr id="0" name=""/>
        <dsp:cNvSpPr/>
      </dsp:nvSpPr>
      <dsp:spPr>
        <a:xfrm>
          <a:off x="1089451" y="2191437"/>
          <a:ext cx="2213708" cy="7298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Walbaum Display"/>
            </a:rPr>
            <a:t> Personalized Action Model</a:t>
          </a:r>
        </a:p>
      </dsp:txBody>
      <dsp:txXfrm>
        <a:off x="1110827" y="2212813"/>
        <a:ext cx="2170956" cy="687073"/>
      </dsp:txXfrm>
    </dsp:sp>
    <dsp:sp modelId="{0B063E7B-2AD5-4B7E-B9C2-6C72E7143921}">
      <dsp:nvSpPr>
        <dsp:cNvPr id="0" name=""/>
        <dsp:cNvSpPr/>
      </dsp:nvSpPr>
      <dsp:spPr>
        <a:xfrm rot="5400000">
          <a:off x="2059463" y="2939508"/>
          <a:ext cx="273684" cy="32842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097779" y="2966877"/>
        <a:ext cx="197053" cy="191579"/>
      </dsp:txXfrm>
    </dsp:sp>
    <dsp:sp modelId="{04966795-8348-4B1A-984D-F5D8C30901A3}">
      <dsp:nvSpPr>
        <dsp:cNvPr id="0" name=""/>
        <dsp:cNvSpPr/>
      </dsp:nvSpPr>
      <dsp:spPr>
        <a:xfrm>
          <a:off x="1089451" y="3286175"/>
          <a:ext cx="2213708" cy="7298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Walbaum Display"/>
            </a:rPr>
            <a:t> Outcome Monitoring &amp; Learning Loop</a:t>
          </a:r>
        </a:p>
      </dsp:txBody>
      <dsp:txXfrm>
        <a:off x="1110827" y="3307551"/>
        <a:ext cx="2170956" cy="6870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2A965-5183-47A3-8772-1EA2657F268E}">
      <dsp:nvSpPr>
        <dsp:cNvPr id="0" name=""/>
        <dsp:cNvSpPr/>
      </dsp:nvSpPr>
      <dsp:spPr>
        <a:xfrm>
          <a:off x="0" y="50973"/>
          <a:ext cx="10594178" cy="6791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Autonomous AI</a:t>
          </a:r>
        </a:p>
      </dsp:txBody>
      <dsp:txXfrm>
        <a:off x="33155" y="84128"/>
        <a:ext cx="10527868" cy="612874"/>
      </dsp:txXfrm>
    </dsp:sp>
    <dsp:sp modelId="{92D6FC1C-7EA2-4DD5-A2DD-F2DE627AFCCD}">
      <dsp:nvSpPr>
        <dsp:cNvPr id="0" name=""/>
        <dsp:cNvSpPr/>
      </dsp:nvSpPr>
      <dsp:spPr>
        <a:xfrm>
          <a:off x="0" y="730158"/>
          <a:ext cx="10594178" cy="184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6365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Predicting risk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Sending reminders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Adapting messages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Learning from the data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Payment reminders</a:t>
          </a:r>
        </a:p>
      </dsp:txBody>
      <dsp:txXfrm>
        <a:off x="0" y="730158"/>
        <a:ext cx="10594178" cy="1844369"/>
      </dsp:txXfrm>
    </dsp:sp>
    <dsp:sp modelId="{CB2EFF49-20CD-4C09-96AA-3719D7D534E7}">
      <dsp:nvSpPr>
        <dsp:cNvPr id="0" name=""/>
        <dsp:cNvSpPr/>
      </dsp:nvSpPr>
      <dsp:spPr>
        <a:xfrm>
          <a:off x="0" y="2574528"/>
          <a:ext cx="10594178" cy="6791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Human Overview</a:t>
          </a:r>
        </a:p>
      </dsp:txBody>
      <dsp:txXfrm>
        <a:off x="33155" y="2607683"/>
        <a:ext cx="10527868" cy="612874"/>
      </dsp:txXfrm>
    </dsp:sp>
    <dsp:sp modelId="{9B2F5E09-506D-4184-9145-268591037487}">
      <dsp:nvSpPr>
        <dsp:cNvPr id="0" name=""/>
        <dsp:cNvSpPr/>
      </dsp:nvSpPr>
      <dsp:spPr>
        <a:xfrm>
          <a:off x="0" y="3253713"/>
          <a:ext cx="10594178" cy="184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6365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Approving payment plans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Reviewing edge cases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Handling disputes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Auditing fairness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solidFill>
                <a:schemeClr val="bg1"/>
              </a:solidFill>
              <a:latin typeface="Calibri"/>
              <a:ea typeface="Calibri"/>
              <a:cs typeface="Calibri"/>
            </a:rPr>
            <a:t> Deciding the risk tolerance</a:t>
          </a:r>
        </a:p>
      </dsp:txBody>
      <dsp:txXfrm>
        <a:off x="0" y="3253713"/>
        <a:ext cx="10594178" cy="18443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7CE90-A5E7-40E3-AC3A-B8AB502ACDA3}">
      <dsp:nvSpPr>
        <dsp:cNvPr id="0" name=""/>
        <dsp:cNvSpPr/>
      </dsp:nvSpPr>
      <dsp:spPr>
        <a:xfrm rot="5400000">
          <a:off x="-343246" y="349202"/>
          <a:ext cx="2288311" cy="160181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libri"/>
              <a:ea typeface="Calibri"/>
              <a:cs typeface="Calibri"/>
            </a:rPr>
            <a:t> </a:t>
          </a:r>
          <a:r>
            <a:rPr lang="en-US" sz="2400" kern="1200" dirty="0">
              <a:latin typeface="Calibri"/>
              <a:ea typeface="Calibri"/>
              <a:cs typeface="Calibri"/>
            </a:rPr>
            <a:t>Quantitative outcomes</a:t>
          </a:r>
        </a:p>
      </dsp:txBody>
      <dsp:txXfrm rot="-5400000">
        <a:off x="1" y="806864"/>
        <a:ext cx="1601818" cy="686493"/>
      </dsp:txXfrm>
    </dsp:sp>
    <dsp:sp modelId="{7F577F96-4E25-4353-AC28-A37D0A6B4270}">
      <dsp:nvSpPr>
        <dsp:cNvPr id="0" name=""/>
        <dsp:cNvSpPr/>
      </dsp:nvSpPr>
      <dsp:spPr>
        <a:xfrm rot="5400000">
          <a:off x="2486081" y="-878307"/>
          <a:ext cx="1487402" cy="32559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/>
              <a:ea typeface="Calibri"/>
              <a:cs typeface="Calibri"/>
            </a:rPr>
            <a:t> Reduced Loan Losses (Write-Offs)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/>
              <a:ea typeface="Calibri"/>
              <a:cs typeface="Calibri"/>
            </a:rPr>
            <a:t> Lower Cost of Collections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/>
              <a:ea typeface="Calibri"/>
              <a:cs typeface="Calibri"/>
            </a:rPr>
            <a:t> Optimized Capital Reserves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/>
              <a:ea typeface="Calibri"/>
              <a:cs typeface="Calibri"/>
            </a:rPr>
            <a:t> Increased repayment rates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/>
              <a:ea typeface="Calibri"/>
              <a:cs typeface="Calibri"/>
            </a:rPr>
            <a:t> Reduced delinquency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/>
              <a:ea typeface="Calibri"/>
              <a:cs typeface="Calibri"/>
            </a:rPr>
            <a:t> Cost savings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Calibri"/>
              <a:ea typeface="Roboto"/>
              <a:cs typeface="Roboto"/>
            </a:rPr>
            <a:t> Better recovery rates</a:t>
          </a:r>
          <a:endParaRPr lang="en-US" sz="1200" kern="1200" dirty="0">
            <a:latin typeface="Calibri"/>
            <a:ea typeface="Calibri"/>
            <a:cs typeface="Calibri"/>
          </a:endParaRPr>
        </a:p>
      </dsp:txBody>
      <dsp:txXfrm rot="-5400000">
        <a:off x="1601819" y="78564"/>
        <a:ext cx="3183319" cy="1342184"/>
      </dsp:txXfrm>
    </dsp:sp>
    <dsp:sp modelId="{1D50A968-EBE3-4644-B1DA-CB14DB56DC74}">
      <dsp:nvSpPr>
        <dsp:cNvPr id="0" name=""/>
        <dsp:cNvSpPr/>
      </dsp:nvSpPr>
      <dsp:spPr>
        <a:xfrm rot="5400000">
          <a:off x="-343246" y="2352689"/>
          <a:ext cx="2288311" cy="1601818"/>
        </a:xfrm>
        <a:prstGeom prst="chevron">
          <a:avLst/>
        </a:prstGeom>
        <a:gradFill rotWithShape="0">
          <a:gsLst>
            <a:gs pos="0">
              <a:schemeClr val="accent2">
                <a:hueOff val="11702047"/>
                <a:satOff val="-36743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1702047"/>
                <a:satOff val="-36743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1702047"/>
                <a:satOff val="-36743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1702047"/>
              <a:satOff val="-36743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libri"/>
              <a:ea typeface="Calibri"/>
              <a:cs typeface="Calibri"/>
            </a:rPr>
            <a:t> Qualitative outcomes</a:t>
          </a:r>
        </a:p>
      </dsp:txBody>
      <dsp:txXfrm rot="-5400000">
        <a:off x="1" y="2810351"/>
        <a:ext cx="1601818" cy="686493"/>
      </dsp:txXfrm>
    </dsp:sp>
    <dsp:sp modelId="{DC605273-9467-46AE-B2B7-A195506CB68F}">
      <dsp:nvSpPr>
        <dsp:cNvPr id="0" name=""/>
        <dsp:cNvSpPr/>
      </dsp:nvSpPr>
      <dsp:spPr>
        <a:xfrm rot="5400000">
          <a:off x="2486081" y="1125179"/>
          <a:ext cx="1487402" cy="325592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1702047"/>
              <a:satOff val="-36743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Calibri"/>
              <a:ea typeface="Calibri"/>
              <a:cs typeface="Calibri"/>
            </a:rPr>
            <a:t> Enhanced Customer Loyalty and Retention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Calibri"/>
              <a:ea typeface="Calibri"/>
              <a:cs typeface="Calibri"/>
            </a:rPr>
            <a:t> Improved Regulatory and Ethical Standing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Calibri"/>
              <a:ea typeface="Calibri"/>
              <a:cs typeface="Calibri"/>
            </a:rPr>
            <a:t> Strategic Resource Allocation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Calibri"/>
              <a:ea typeface="Calibri"/>
              <a:cs typeface="Calibri"/>
            </a:rPr>
            <a:t> Improved customer trust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Calibri"/>
              <a:ea typeface="Calibri"/>
              <a:cs typeface="Calibri"/>
            </a:rPr>
            <a:t> Enhanced fairness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Calibri"/>
              <a:ea typeface="Calibri"/>
              <a:cs typeface="Calibri"/>
            </a:rPr>
            <a:t> Increased scalability</a:t>
          </a:r>
          <a:endParaRPr lang="en-US" sz="1300" kern="1200" dirty="0"/>
        </a:p>
      </dsp:txBody>
      <dsp:txXfrm rot="-5400000">
        <a:off x="1601819" y="2082051"/>
        <a:ext cx="3183319" cy="1342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07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40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5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55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99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5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65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37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4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0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53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I-powered Data Analytics">
            <a:extLst>
              <a:ext uri="{FF2B5EF4-FFF2-40B4-BE49-F238E27FC236}">
                <a16:creationId xmlns:a16="http://schemas.microsoft.com/office/drawing/2014/main" id="{A0ED7DD4-E21E-4D63-4D94-F2E9E6CBD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641DAA-6367-1258-0C01-34A645270F4A}"/>
              </a:ext>
            </a:extLst>
          </p:cNvPr>
          <p:cNvSpPr txBox="1"/>
          <p:nvPr/>
        </p:nvSpPr>
        <p:spPr>
          <a:xfrm>
            <a:off x="2742089" y="149178"/>
            <a:ext cx="9135422" cy="2690098"/>
          </a:xfrm>
          <a:prstGeom prst="round2Diag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oboto Slab"/>
                <a:ea typeface="Roboto Slab"/>
                <a:cs typeface="Roboto Slab"/>
              </a:rPr>
              <a:t>AI-Powered Collections Strategy</a:t>
            </a:r>
            <a:endParaRPr lang="en-US" sz="4000" b="1" dirty="0" err="1">
              <a:solidFill>
                <a:schemeClr val="bg1"/>
              </a:solidFill>
              <a:latin typeface="Aptos Light"/>
              <a:ea typeface="Roboto Slab"/>
              <a:cs typeface="Roboto Slab"/>
            </a:endParaRPr>
          </a:p>
          <a:p>
            <a:endParaRPr lang="en-US" sz="4000" b="1" dirty="0">
              <a:solidFill>
                <a:schemeClr val="bg1"/>
              </a:solidFill>
              <a:latin typeface="Roboto Slab"/>
              <a:ea typeface="Roboto Slab"/>
              <a:cs typeface="Roboto Slab"/>
            </a:endParaRPr>
          </a:p>
          <a:p>
            <a:r>
              <a:rPr lang="en-US" sz="36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Leveraging Agentic AI for Scalable, Fair, and Effective Debt Management at Geldium</a:t>
            </a:r>
            <a:endParaRPr lang="en-US" sz="36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3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2AA0A19-0BAB-F415-C2D9-0C4A4D1B92A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08076128"/>
              </p:ext>
            </p:extLst>
          </p:nvPr>
        </p:nvGraphicFramePr>
        <p:xfrm>
          <a:off x="1588" y="2362200"/>
          <a:ext cx="4392612" cy="4017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CDD79-E6D2-696D-3D01-A094338A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697A-BF7D-455F-9D4C-81A6218FE218}" type="datetime1"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9BD30-B266-F58B-728B-F69721E8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AB831-EC43-0AAE-675B-2B05005B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4DF15-D03D-4F62-66D3-8FD4B8194574}"/>
              </a:ext>
            </a:extLst>
          </p:cNvPr>
          <p:cNvSpPr txBox="1"/>
          <p:nvPr/>
        </p:nvSpPr>
        <p:spPr>
          <a:xfrm>
            <a:off x="368141" y="-254106"/>
            <a:ext cx="1132954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       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4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       System Working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87" name="Content Placeholder 686">
            <a:extLst>
              <a:ext uri="{FF2B5EF4-FFF2-40B4-BE49-F238E27FC236}">
                <a16:creationId xmlns:a16="http://schemas.microsoft.com/office/drawing/2014/main" id="{E866792A-5743-97F3-626A-F14A2EFDF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6791" y="1717056"/>
            <a:ext cx="8262385" cy="44368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>
                <a:solidFill>
                  <a:schemeClr val="bg1"/>
                </a:solidFill>
                <a:ea typeface="+mn-lt"/>
                <a:cs typeface="+mn-lt"/>
              </a:rPr>
              <a:t>Customer Data Input: Customer Demographics, 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Repayment history, credit score, income, </a:t>
            </a:r>
            <a:r>
              <a:rPr lang="en-US" sz="2200" dirty="0" err="1">
                <a:solidFill>
                  <a:schemeClr val="bg1"/>
                </a:solidFill>
                <a:ea typeface="+mn-lt"/>
                <a:cs typeface="+mn-lt"/>
              </a:rPr>
              <a:t>Loan_Balence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20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Decision Logic Engine: The system uses Both— a combination of model predictions and defined business rules—to ensure decisions are efficient, accurate, and compliant.</a:t>
            </a:r>
            <a:endParaRPr lang="en-US" sz="220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Action Module: Subsidized financial coaching, job-seeking resource </a:t>
            </a:r>
            <a:r>
              <a:rPr lang="en-US" sz="2200" err="1">
                <a:solidFill>
                  <a:schemeClr val="bg1"/>
                </a:solidFill>
                <a:ea typeface="+mn-lt"/>
                <a:cs typeface="+mn-lt"/>
              </a:rPr>
              <a:t>linkage,Automated</a:t>
            </a:r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 SMS reminder before the next due date, Pre-approved debt consolidation offers or credit counseling referrals.</a:t>
            </a:r>
            <a:endParaRPr lang="en-US" sz="220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Learning Loop: Continuously refines decisions based on outcomes</a:t>
            </a:r>
            <a:endParaRPr lang="en-US" sz="22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93C9B3C7-433E-64AF-3FE0-CD4D24C955D8}"/>
              </a:ext>
            </a:extLst>
          </p:cNvPr>
          <p:cNvSpPr txBox="1"/>
          <p:nvPr/>
        </p:nvSpPr>
        <p:spPr>
          <a:xfrm>
            <a:off x="1026262" y="1459886"/>
            <a:ext cx="29513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Workflow Chart</a:t>
            </a:r>
          </a:p>
        </p:txBody>
      </p:sp>
    </p:spTree>
    <p:extLst>
      <p:ext uri="{BB962C8B-B14F-4D97-AF65-F5344CB8AC3E}">
        <p14:creationId xmlns:p14="http://schemas.microsoft.com/office/powerpoint/2010/main" val="362205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084453D-65E0-3654-C6A2-82D23789571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2810560"/>
              </p:ext>
            </p:extLst>
          </p:nvPr>
        </p:nvGraphicFramePr>
        <p:xfrm>
          <a:off x="838994" y="1385095"/>
          <a:ext cx="10594178" cy="5149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11BB0-7276-32CB-7019-D5AFCA5E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D643-92D2-4288-A1E5-7867A869EEF2}" type="datetime1"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FA436-908D-4CE1-C3F8-B5497A58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105CE-3E7D-DD1E-F0A5-6AE71F5A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10B0B566-6725-7DDD-C799-0841E1A4AF31}"/>
              </a:ext>
            </a:extLst>
          </p:cNvPr>
          <p:cNvSpPr txBox="1"/>
          <p:nvPr/>
        </p:nvSpPr>
        <p:spPr>
          <a:xfrm>
            <a:off x="818817" y="-259706"/>
            <a:ext cx="1056789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4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Role of Agentic AI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74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ECF9-E022-3D76-A955-8C9DCDEBE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4839"/>
            <a:ext cx="10449784" cy="126592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/>
                <a:ea typeface="+mj-lt"/>
                <a:cs typeface="+mj-lt"/>
              </a:rPr>
              <a:t>Responsible</a:t>
            </a:r>
            <a:r>
              <a:rPr lang="en-US" sz="4000" b="1" dirty="0">
                <a:solidFill>
                  <a:schemeClr val="bg1"/>
                </a:solidFill>
                <a:latin typeface="Calibri"/>
                <a:ea typeface="+mj-lt"/>
                <a:cs typeface="+mj-lt"/>
              </a:rPr>
              <a:t> AI Guardrails</a:t>
            </a:r>
            <a:endParaRPr lang="en-US" sz="40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49A3-0F77-3280-C8D8-A013440BD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1873425"/>
            <a:ext cx="10811515" cy="46607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Fairness Checks: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Detect and mitigate bias across segments.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Explainability: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Clear, understandable decisions for customers.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Compliance: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Meets </a:t>
            </a:r>
            <a:r>
              <a:rPr lang="en-US" sz="22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regulatory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standards like GDPR, ECOA.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Equal Opportunity Monitoring: 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The model should be equally effective at identifying both 'good' and 'bad' customers regardless of their group.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Human-in-the-Loop: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 Agents involved in critical decisions.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80B86-40A7-B112-E4A7-7E07BF58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B9FDD-E467-421A-8A86-D3BBD37846D1}" type="datetime1"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D19A2-2C4D-C5C6-DF9B-F3F9C397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4A1F8-0399-69E6-3E27-A2333EF6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5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5351-6860-7F64-E5E3-28DABA9F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96" y="4839"/>
            <a:ext cx="10449784" cy="126592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/>
                <a:ea typeface="+mj-lt"/>
                <a:cs typeface="+mj-lt"/>
              </a:rPr>
              <a:t>Expected Business Impact</a:t>
            </a:r>
            <a:endParaRPr lang="en-US" sz="4400" b="1" dirty="0">
              <a:solidFill>
                <a:schemeClr val="bg1"/>
              </a:solidFill>
              <a:latin typeface="Calibri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6C68FF6-3CF2-6663-5184-A6FE3F30AD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8570737"/>
              </p:ext>
            </p:extLst>
          </p:nvPr>
        </p:nvGraphicFramePr>
        <p:xfrm>
          <a:off x="3509170" y="1861346"/>
          <a:ext cx="4857747" cy="4303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FF9D8-2F87-B620-FD5B-4E51FB9A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7692-39CF-4032-80D8-4FC96B6EE3F6}" type="datetime1"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F2C3E-0EDD-BD85-9DDA-B30D90F5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4280D-44CA-486A-68AF-2E90C28C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05529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BohoVogueVTI</vt:lpstr>
      <vt:lpstr>PowerPoint Presentation</vt:lpstr>
      <vt:lpstr>PowerPoint Presentation</vt:lpstr>
      <vt:lpstr>PowerPoint Presentation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403</cp:revision>
  <dcterms:created xsi:type="dcterms:W3CDTF">2025-11-01T06:26:48Z</dcterms:created>
  <dcterms:modified xsi:type="dcterms:W3CDTF">2025-11-19T06:29:45Z</dcterms:modified>
</cp:coreProperties>
</file>